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4" r:id="rId8"/>
    <p:sldId id="261" r:id="rId9"/>
    <p:sldId id="262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8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1B342D2-FE2A-42A1-9052-F653197BC51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640EFF2-B8AC-4FE1-82B1-B07A8C5E8E23}">
      <dgm:prSet/>
      <dgm:spPr/>
      <dgm:t>
        <a:bodyPr/>
        <a:lstStyle/>
        <a:p>
          <a:r>
            <a:rPr lang="fr-FR" b="0" i="0" baseline="0"/>
            <a:t>ROC-AUC </a:t>
          </a:r>
          <a:endParaRPr lang="en-US"/>
        </a:p>
      </dgm:t>
    </dgm:pt>
    <dgm:pt modelId="{0349A4F7-6EF2-4A4B-BE3C-364165D14978}" type="parTrans" cxnId="{28785357-DD3C-4851-A1C1-15DD0B956AA1}">
      <dgm:prSet/>
      <dgm:spPr/>
      <dgm:t>
        <a:bodyPr/>
        <a:lstStyle/>
        <a:p>
          <a:endParaRPr lang="en-US"/>
        </a:p>
      </dgm:t>
    </dgm:pt>
    <dgm:pt modelId="{E7F688CD-6CF3-4D0F-B9D4-C18259D9F9BA}" type="sibTrans" cxnId="{28785357-DD3C-4851-A1C1-15DD0B956AA1}">
      <dgm:prSet/>
      <dgm:spPr/>
      <dgm:t>
        <a:bodyPr/>
        <a:lstStyle/>
        <a:p>
          <a:endParaRPr lang="en-US"/>
        </a:p>
      </dgm:t>
    </dgm:pt>
    <dgm:pt modelId="{48142658-D36D-496C-83E3-CC3BDF8AB165}">
      <dgm:prSet/>
      <dgm:spPr/>
      <dgm:t>
        <a:bodyPr/>
        <a:lstStyle/>
        <a:p>
          <a:r>
            <a:rPr lang="fr-FR" b="0" i="0" baseline="0" dirty="0"/>
            <a:t>PR-AUC</a:t>
          </a:r>
          <a:endParaRPr lang="en-US" dirty="0"/>
        </a:p>
      </dgm:t>
    </dgm:pt>
    <dgm:pt modelId="{99532431-E110-4B17-B5DA-05FD5751E957}" type="parTrans" cxnId="{3B179AF4-CE78-40C0-AD0B-C33678674CF5}">
      <dgm:prSet/>
      <dgm:spPr/>
      <dgm:t>
        <a:bodyPr/>
        <a:lstStyle/>
        <a:p>
          <a:endParaRPr lang="en-US"/>
        </a:p>
      </dgm:t>
    </dgm:pt>
    <dgm:pt modelId="{01437270-F8C6-4A5E-B39E-422C50C7CFF5}" type="sibTrans" cxnId="{3B179AF4-CE78-40C0-AD0B-C33678674CF5}">
      <dgm:prSet/>
      <dgm:spPr/>
      <dgm:t>
        <a:bodyPr/>
        <a:lstStyle/>
        <a:p>
          <a:endParaRPr lang="en-US"/>
        </a:p>
      </dgm:t>
    </dgm:pt>
    <dgm:pt modelId="{D0C8EFA0-074B-4035-A41B-9CD5D0AB8E7A}">
      <dgm:prSet/>
      <dgm:spPr/>
      <dgm:t>
        <a:bodyPr/>
        <a:lstStyle/>
        <a:p>
          <a:r>
            <a:rPr lang="fr-FR" b="0" i="0" baseline="0"/>
            <a:t>Matrice de confusion </a:t>
          </a:r>
          <a:endParaRPr lang="en-US"/>
        </a:p>
      </dgm:t>
    </dgm:pt>
    <dgm:pt modelId="{586E6316-C8DF-44B0-B335-C18E876E9976}" type="parTrans" cxnId="{DACEC8E3-8DAC-4715-8352-B757FFF31E22}">
      <dgm:prSet/>
      <dgm:spPr/>
      <dgm:t>
        <a:bodyPr/>
        <a:lstStyle/>
        <a:p>
          <a:endParaRPr lang="en-US"/>
        </a:p>
      </dgm:t>
    </dgm:pt>
    <dgm:pt modelId="{887A4BA6-3582-400B-B02C-824CA990879F}" type="sibTrans" cxnId="{DACEC8E3-8DAC-4715-8352-B757FFF31E22}">
      <dgm:prSet/>
      <dgm:spPr/>
      <dgm:t>
        <a:bodyPr/>
        <a:lstStyle/>
        <a:p>
          <a:endParaRPr lang="en-US"/>
        </a:p>
      </dgm:t>
    </dgm:pt>
    <dgm:pt modelId="{4DEE03B8-E21A-48D3-AFBE-CC8F5BC62101}">
      <dgm:prSet/>
      <dgm:spPr/>
      <dgm:t>
        <a:bodyPr/>
        <a:lstStyle/>
        <a:p>
          <a:r>
            <a:rPr lang="fr-FR" b="0" i="0" baseline="0"/>
            <a:t>Coût financier </a:t>
          </a:r>
          <a:endParaRPr lang="en-US"/>
        </a:p>
      </dgm:t>
    </dgm:pt>
    <dgm:pt modelId="{0C3BC976-D2F1-428C-B2A6-96E521BF106A}" type="parTrans" cxnId="{5F1056CA-45BE-4657-9CE8-DFBE4B7EADD1}">
      <dgm:prSet/>
      <dgm:spPr/>
      <dgm:t>
        <a:bodyPr/>
        <a:lstStyle/>
        <a:p>
          <a:endParaRPr lang="en-US"/>
        </a:p>
      </dgm:t>
    </dgm:pt>
    <dgm:pt modelId="{88951234-66FE-4536-8C1E-530F4C35E4AD}" type="sibTrans" cxnId="{5F1056CA-45BE-4657-9CE8-DFBE4B7EADD1}">
      <dgm:prSet/>
      <dgm:spPr/>
      <dgm:t>
        <a:bodyPr/>
        <a:lstStyle/>
        <a:p>
          <a:endParaRPr lang="en-US"/>
        </a:p>
      </dgm:t>
    </dgm:pt>
    <dgm:pt modelId="{F1535CD8-4F97-402A-B2D9-0170E1611A8C}" type="pres">
      <dgm:prSet presAssocID="{81B342D2-FE2A-42A1-9052-F653197BC51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5751DF9-6AAA-4FE9-AD52-0D6CDE0E2C07}" type="pres">
      <dgm:prSet presAssocID="{9640EFF2-B8AC-4FE1-82B1-B07A8C5E8E23}" presName="hierRoot1" presStyleCnt="0"/>
      <dgm:spPr/>
    </dgm:pt>
    <dgm:pt modelId="{44612069-D3A4-48D4-8DA0-3BF607BE604D}" type="pres">
      <dgm:prSet presAssocID="{9640EFF2-B8AC-4FE1-82B1-B07A8C5E8E23}" presName="composite" presStyleCnt="0"/>
      <dgm:spPr/>
    </dgm:pt>
    <dgm:pt modelId="{A0D6396E-94FC-4F8A-A521-3DAD64284712}" type="pres">
      <dgm:prSet presAssocID="{9640EFF2-B8AC-4FE1-82B1-B07A8C5E8E23}" presName="background" presStyleLbl="node0" presStyleIdx="0" presStyleCnt="4"/>
      <dgm:spPr/>
    </dgm:pt>
    <dgm:pt modelId="{9239D3BF-C5A6-4AEA-9775-CE955E3776F5}" type="pres">
      <dgm:prSet presAssocID="{9640EFF2-B8AC-4FE1-82B1-B07A8C5E8E23}" presName="text" presStyleLbl="fgAcc0" presStyleIdx="0" presStyleCnt="4">
        <dgm:presLayoutVars>
          <dgm:chPref val="3"/>
        </dgm:presLayoutVars>
      </dgm:prSet>
      <dgm:spPr/>
    </dgm:pt>
    <dgm:pt modelId="{A43ADFC2-964C-47B6-9014-AC4F471E2007}" type="pres">
      <dgm:prSet presAssocID="{9640EFF2-B8AC-4FE1-82B1-B07A8C5E8E23}" presName="hierChild2" presStyleCnt="0"/>
      <dgm:spPr/>
    </dgm:pt>
    <dgm:pt modelId="{690C24CD-99A0-4AD9-941D-F5FDD054B3DD}" type="pres">
      <dgm:prSet presAssocID="{48142658-D36D-496C-83E3-CC3BDF8AB165}" presName="hierRoot1" presStyleCnt="0"/>
      <dgm:spPr/>
    </dgm:pt>
    <dgm:pt modelId="{FEC7C0F1-DDB1-4FE8-86BD-11D61D1CA62A}" type="pres">
      <dgm:prSet presAssocID="{48142658-D36D-496C-83E3-CC3BDF8AB165}" presName="composite" presStyleCnt="0"/>
      <dgm:spPr/>
    </dgm:pt>
    <dgm:pt modelId="{FC426B20-D7A7-45B2-8AED-75B358704718}" type="pres">
      <dgm:prSet presAssocID="{48142658-D36D-496C-83E3-CC3BDF8AB165}" presName="background" presStyleLbl="node0" presStyleIdx="1" presStyleCnt="4"/>
      <dgm:spPr/>
    </dgm:pt>
    <dgm:pt modelId="{957AFE41-F70E-4E33-8D8E-238F2ABC9AE3}" type="pres">
      <dgm:prSet presAssocID="{48142658-D36D-496C-83E3-CC3BDF8AB165}" presName="text" presStyleLbl="fgAcc0" presStyleIdx="1" presStyleCnt="4">
        <dgm:presLayoutVars>
          <dgm:chPref val="3"/>
        </dgm:presLayoutVars>
      </dgm:prSet>
      <dgm:spPr/>
    </dgm:pt>
    <dgm:pt modelId="{83104317-58FF-4578-8C51-202FAD652BB6}" type="pres">
      <dgm:prSet presAssocID="{48142658-D36D-496C-83E3-CC3BDF8AB165}" presName="hierChild2" presStyleCnt="0"/>
      <dgm:spPr/>
    </dgm:pt>
    <dgm:pt modelId="{A82CD746-46EF-4BE2-9A71-4B66D26326FB}" type="pres">
      <dgm:prSet presAssocID="{D0C8EFA0-074B-4035-A41B-9CD5D0AB8E7A}" presName="hierRoot1" presStyleCnt="0"/>
      <dgm:spPr/>
    </dgm:pt>
    <dgm:pt modelId="{2BEBDC70-9BBE-4DED-AE10-7A12BCB25367}" type="pres">
      <dgm:prSet presAssocID="{D0C8EFA0-074B-4035-A41B-9CD5D0AB8E7A}" presName="composite" presStyleCnt="0"/>
      <dgm:spPr/>
    </dgm:pt>
    <dgm:pt modelId="{6593876E-83AD-42D0-A185-6068913EEE41}" type="pres">
      <dgm:prSet presAssocID="{D0C8EFA0-074B-4035-A41B-9CD5D0AB8E7A}" presName="background" presStyleLbl="node0" presStyleIdx="2" presStyleCnt="4"/>
      <dgm:spPr/>
    </dgm:pt>
    <dgm:pt modelId="{A8C2AB04-5C6D-4E61-A8C1-5B0B1C6C3E4E}" type="pres">
      <dgm:prSet presAssocID="{D0C8EFA0-074B-4035-A41B-9CD5D0AB8E7A}" presName="text" presStyleLbl="fgAcc0" presStyleIdx="2" presStyleCnt="4">
        <dgm:presLayoutVars>
          <dgm:chPref val="3"/>
        </dgm:presLayoutVars>
      </dgm:prSet>
      <dgm:spPr/>
    </dgm:pt>
    <dgm:pt modelId="{568EE984-CA8C-49D1-84EA-BA4AE1637F1B}" type="pres">
      <dgm:prSet presAssocID="{D0C8EFA0-074B-4035-A41B-9CD5D0AB8E7A}" presName="hierChild2" presStyleCnt="0"/>
      <dgm:spPr/>
    </dgm:pt>
    <dgm:pt modelId="{53CF3794-C0A7-4520-96EC-505B581B8AFC}" type="pres">
      <dgm:prSet presAssocID="{4DEE03B8-E21A-48D3-AFBE-CC8F5BC62101}" presName="hierRoot1" presStyleCnt="0"/>
      <dgm:spPr/>
    </dgm:pt>
    <dgm:pt modelId="{0AFA08A2-DBD7-47E2-A81E-B0F624BE8142}" type="pres">
      <dgm:prSet presAssocID="{4DEE03B8-E21A-48D3-AFBE-CC8F5BC62101}" presName="composite" presStyleCnt="0"/>
      <dgm:spPr/>
    </dgm:pt>
    <dgm:pt modelId="{46C3E956-4632-464A-ABA3-B08C8A163169}" type="pres">
      <dgm:prSet presAssocID="{4DEE03B8-E21A-48D3-AFBE-CC8F5BC62101}" presName="background" presStyleLbl="node0" presStyleIdx="3" presStyleCnt="4"/>
      <dgm:spPr/>
    </dgm:pt>
    <dgm:pt modelId="{EE92291D-7C11-4E21-831D-C5577DE9097E}" type="pres">
      <dgm:prSet presAssocID="{4DEE03B8-E21A-48D3-AFBE-CC8F5BC62101}" presName="text" presStyleLbl="fgAcc0" presStyleIdx="3" presStyleCnt="4">
        <dgm:presLayoutVars>
          <dgm:chPref val="3"/>
        </dgm:presLayoutVars>
      </dgm:prSet>
      <dgm:spPr/>
    </dgm:pt>
    <dgm:pt modelId="{B7F7CBFE-98AB-4800-891B-8CEF670DA809}" type="pres">
      <dgm:prSet presAssocID="{4DEE03B8-E21A-48D3-AFBE-CC8F5BC62101}" presName="hierChild2" presStyleCnt="0"/>
      <dgm:spPr/>
    </dgm:pt>
  </dgm:ptLst>
  <dgm:cxnLst>
    <dgm:cxn modelId="{70FEDB10-004B-477D-A02A-FC9CED9A9492}" type="presOf" srcId="{4DEE03B8-E21A-48D3-AFBE-CC8F5BC62101}" destId="{EE92291D-7C11-4E21-831D-C5577DE9097E}" srcOrd="0" destOrd="0" presId="urn:microsoft.com/office/officeart/2005/8/layout/hierarchy1"/>
    <dgm:cxn modelId="{43EFD75C-3DF5-430B-B426-3CE039FC2194}" type="presOf" srcId="{9640EFF2-B8AC-4FE1-82B1-B07A8C5E8E23}" destId="{9239D3BF-C5A6-4AEA-9775-CE955E3776F5}" srcOrd="0" destOrd="0" presId="urn:microsoft.com/office/officeart/2005/8/layout/hierarchy1"/>
    <dgm:cxn modelId="{28785357-DD3C-4851-A1C1-15DD0B956AA1}" srcId="{81B342D2-FE2A-42A1-9052-F653197BC519}" destId="{9640EFF2-B8AC-4FE1-82B1-B07A8C5E8E23}" srcOrd="0" destOrd="0" parTransId="{0349A4F7-6EF2-4A4B-BE3C-364165D14978}" sibTransId="{E7F688CD-6CF3-4D0F-B9D4-C18259D9F9BA}"/>
    <dgm:cxn modelId="{5DB0AB58-D6D9-46C4-AA6C-E9738231FE99}" type="presOf" srcId="{48142658-D36D-496C-83E3-CC3BDF8AB165}" destId="{957AFE41-F70E-4E33-8D8E-238F2ABC9AE3}" srcOrd="0" destOrd="0" presId="urn:microsoft.com/office/officeart/2005/8/layout/hierarchy1"/>
    <dgm:cxn modelId="{2F2A37AF-F5C0-4682-B316-2C139A0D4D8E}" type="presOf" srcId="{81B342D2-FE2A-42A1-9052-F653197BC519}" destId="{F1535CD8-4F97-402A-B2D9-0170E1611A8C}" srcOrd="0" destOrd="0" presId="urn:microsoft.com/office/officeart/2005/8/layout/hierarchy1"/>
    <dgm:cxn modelId="{3C7857BB-CD7C-4470-8BC7-8F445EA60BD3}" type="presOf" srcId="{D0C8EFA0-074B-4035-A41B-9CD5D0AB8E7A}" destId="{A8C2AB04-5C6D-4E61-A8C1-5B0B1C6C3E4E}" srcOrd="0" destOrd="0" presId="urn:microsoft.com/office/officeart/2005/8/layout/hierarchy1"/>
    <dgm:cxn modelId="{5F1056CA-45BE-4657-9CE8-DFBE4B7EADD1}" srcId="{81B342D2-FE2A-42A1-9052-F653197BC519}" destId="{4DEE03B8-E21A-48D3-AFBE-CC8F5BC62101}" srcOrd="3" destOrd="0" parTransId="{0C3BC976-D2F1-428C-B2A6-96E521BF106A}" sibTransId="{88951234-66FE-4536-8C1E-530F4C35E4AD}"/>
    <dgm:cxn modelId="{DACEC8E3-8DAC-4715-8352-B757FFF31E22}" srcId="{81B342D2-FE2A-42A1-9052-F653197BC519}" destId="{D0C8EFA0-074B-4035-A41B-9CD5D0AB8E7A}" srcOrd="2" destOrd="0" parTransId="{586E6316-C8DF-44B0-B335-C18E876E9976}" sibTransId="{887A4BA6-3582-400B-B02C-824CA990879F}"/>
    <dgm:cxn modelId="{3B179AF4-CE78-40C0-AD0B-C33678674CF5}" srcId="{81B342D2-FE2A-42A1-9052-F653197BC519}" destId="{48142658-D36D-496C-83E3-CC3BDF8AB165}" srcOrd="1" destOrd="0" parTransId="{99532431-E110-4B17-B5DA-05FD5751E957}" sibTransId="{01437270-F8C6-4A5E-B39E-422C50C7CFF5}"/>
    <dgm:cxn modelId="{38810734-17A3-427B-A50C-CC2686B3601D}" type="presParOf" srcId="{F1535CD8-4F97-402A-B2D9-0170E1611A8C}" destId="{05751DF9-6AAA-4FE9-AD52-0D6CDE0E2C07}" srcOrd="0" destOrd="0" presId="urn:microsoft.com/office/officeart/2005/8/layout/hierarchy1"/>
    <dgm:cxn modelId="{F26229D2-BE74-422C-9024-0968BB14303B}" type="presParOf" srcId="{05751DF9-6AAA-4FE9-AD52-0D6CDE0E2C07}" destId="{44612069-D3A4-48D4-8DA0-3BF607BE604D}" srcOrd="0" destOrd="0" presId="urn:microsoft.com/office/officeart/2005/8/layout/hierarchy1"/>
    <dgm:cxn modelId="{370260CB-F500-4C69-832A-A8D43255CB0C}" type="presParOf" srcId="{44612069-D3A4-48D4-8DA0-3BF607BE604D}" destId="{A0D6396E-94FC-4F8A-A521-3DAD64284712}" srcOrd="0" destOrd="0" presId="urn:microsoft.com/office/officeart/2005/8/layout/hierarchy1"/>
    <dgm:cxn modelId="{6970F91B-983A-44EF-A8F3-725FC876D61B}" type="presParOf" srcId="{44612069-D3A4-48D4-8DA0-3BF607BE604D}" destId="{9239D3BF-C5A6-4AEA-9775-CE955E3776F5}" srcOrd="1" destOrd="0" presId="urn:microsoft.com/office/officeart/2005/8/layout/hierarchy1"/>
    <dgm:cxn modelId="{55AAD910-69A8-4539-AA01-F148B538598B}" type="presParOf" srcId="{05751DF9-6AAA-4FE9-AD52-0D6CDE0E2C07}" destId="{A43ADFC2-964C-47B6-9014-AC4F471E2007}" srcOrd="1" destOrd="0" presId="urn:microsoft.com/office/officeart/2005/8/layout/hierarchy1"/>
    <dgm:cxn modelId="{D5B6A98A-F799-49E3-BCF2-AB9EE35ED5E5}" type="presParOf" srcId="{F1535CD8-4F97-402A-B2D9-0170E1611A8C}" destId="{690C24CD-99A0-4AD9-941D-F5FDD054B3DD}" srcOrd="1" destOrd="0" presId="urn:microsoft.com/office/officeart/2005/8/layout/hierarchy1"/>
    <dgm:cxn modelId="{B726D492-B880-43B2-A1F3-BF74FAC44B77}" type="presParOf" srcId="{690C24CD-99A0-4AD9-941D-F5FDD054B3DD}" destId="{FEC7C0F1-DDB1-4FE8-86BD-11D61D1CA62A}" srcOrd="0" destOrd="0" presId="urn:microsoft.com/office/officeart/2005/8/layout/hierarchy1"/>
    <dgm:cxn modelId="{BCD03F19-C7FD-4CF5-A71B-C69B12127CF6}" type="presParOf" srcId="{FEC7C0F1-DDB1-4FE8-86BD-11D61D1CA62A}" destId="{FC426B20-D7A7-45B2-8AED-75B358704718}" srcOrd="0" destOrd="0" presId="urn:microsoft.com/office/officeart/2005/8/layout/hierarchy1"/>
    <dgm:cxn modelId="{43B6D5E9-D72D-4912-BD4D-4733CADCBCAD}" type="presParOf" srcId="{FEC7C0F1-DDB1-4FE8-86BD-11D61D1CA62A}" destId="{957AFE41-F70E-4E33-8D8E-238F2ABC9AE3}" srcOrd="1" destOrd="0" presId="urn:microsoft.com/office/officeart/2005/8/layout/hierarchy1"/>
    <dgm:cxn modelId="{FF9DC5DB-BFC6-4D30-AE51-D67E9F5C4B6F}" type="presParOf" srcId="{690C24CD-99A0-4AD9-941D-F5FDD054B3DD}" destId="{83104317-58FF-4578-8C51-202FAD652BB6}" srcOrd="1" destOrd="0" presId="urn:microsoft.com/office/officeart/2005/8/layout/hierarchy1"/>
    <dgm:cxn modelId="{F1825B5C-BAFE-48A3-BDD8-A274EF13237C}" type="presParOf" srcId="{F1535CD8-4F97-402A-B2D9-0170E1611A8C}" destId="{A82CD746-46EF-4BE2-9A71-4B66D26326FB}" srcOrd="2" destOrd="0" presId="urn:microsoft.com/office/officeart/2005/8/layout/hierarchy1"/>
    <dgm:cxn modelId="{8CA03A99-8A9D-416C-8201-E3363D16CC60}" type="presParOf" srcId="{A82CD746-46EF-4BE2-9A71-4B66D26326FB}" destId="{2BEBDC70-9BBE-4DED-AE10-7A12BCB25367}" srcOrd="0" destOrd="0" presId="urn:microsoft.com/office/officeart/2005/8/layout/hierarchy1"/>
    <dgm:cxn modelId="{C96F402C-DC2B-40CF-A229-37C52381635C}" type="presParOf" srcId="{2BEBDC70-9BBE-4DED-AE10-7A12BCB25367}" destId="{6593876E-83AD-42D0-A185-6068913EEE41}" srcOrd="0" destOrd="0" presId="urn:microsoft.com/office/officeart/2005/8/layout/hierarchy1"/>
    <dgm:cxn modelId="{FCCF9BEC-EBEE-4067-AAF3-6DA6F345E9B1}" type="presParOf" srcId="{2BEBDC70-9BBE-4DED-AE10-7A12BCB25367}" destId="{A8C2AB04-5C6D-4E61-A8C1-5B0B1C6C3E4E}" srcOrd="1" destOrd="0" presId="urn:microsoft.com/office/officeart/2005/8/layout/hierarchy1"/>
    <dgm:cxn modelId="{2A0C4253-37DF-4826-AB43-87A37E4CB269}" type="presParOf" srcId="{A82CD746-46EF-4BE2-9A71-4B66D26326FB}" destId="{568EE984-CA8C-49D1-84EA-BA4AE1637F1B}" srcOrd="1" destOrd="0" presId="urn:microsoft.com/office/officeart/2005/8/layout/hierarchy1"/>
    <dgm:cxn modelId="{35F2A0AA-0F12-4386-8EF0-0B5338696089}" type="presParOf" srcId="{F1535CD8-4F97-402A-B2D9-0170E1611A8C}" destId="{53CF3794-C0A7-4520-96EC-505B581B8AFC}" srcOrd="3" destOrd="0" presId="urn:microsoft.com/office/officeart/2005/8/layout/hierarchy1"/>
    <dgm:cxn modelId="{A7A0204C-0CDC-4C11-95C8-99B3285BC98A}" type="presParOf" srcId="{53CF3794-C0A7-4520-96EC-505B581B8AFC}" destId="{0AFA08A2-DBD7-47E2-A81E-B0F624BE8142}" srcOrd="0" destOrd="0" presId="urn:microsoft.com/office/officeart/2005/8/layout/hierarchy1"/>
    <dgm:cxn modelId="{7C226128-25FB-4E4D-9FC4-9F9F0E3ED52A}" type="presParOf" srcId="{0AFA08A2-DBD7-47E2-A81E-B0F624BE8142}" destId="{46C3E956-4632-464A-ABA3-B08C8A163169}" srcOrd="0" destOrd="0" presId="urn:microsoft.com/office/officeart/2005/8/layout/hierarchy1"/>
    <dgm:cxn modelId="{8FAA6DF1-CF77-4A59-A935-D74A98069FDA}" type="presParOf" srcId="{0AFA08A2-DBD7-47E2-A81E-B0F624BE8142}" destId="{EE92291D-7C11-4E21-831D-C5577DE9097E}" srcOrd="1" destOrd="0" presId="urn:microsoft.com/office/officeart/2005/8/layout/hierarchy1"/>
    <dgm:cxn modelId="{28D63418-B07D-4B80-ABB6-5137005D03BB}" type="presParOf" srcId="{53CF3794-C0A7-4520-96EC-505B581B8AFC}" destId="{B7F7CBFE-98AB-4800-891B-8CEF670DA80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384B9EB-35B8-48AF-A019-F6563EE3F7A3}" type="doc">
      <dgm:prSet loTypeId="urn:microsoft.com/office/officeart/2005/8/layout/h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D50B25B-391B-4D1D-BAAB-F61AD30760F4}">
      <dgm:prSet/>
      <dgm:spPr/>
      <dgm:t>
        <a:bodyPr/>
        <a:lstStyle/>
        <a:p>
          <a:r>
            <a:rPr lang="fr-FR" i="0" baseline="0"/>
            <a:t>Random Forest </a:t>
          </a:r>
          <a:endParaRPr lang="en-US"/>
        </a:p>
      </dgm:t>
    </dgm:pt>
    <dgm:pt modelId="{5A15A735-1123-4CA3-A449-451A7D3B9F56}" type="parTrans" cxnId="{9C912C33-A7EA-45E3-A7C2-619CCC29AF7E}">
      <dgm:prSet/>
      <dgm:spPr/>
      <dgm:t>
        <a:bodyPr/>
        <a:lstStyle/>
        <a:p>
          <a:endParaRPr lang="en-US"/>
        </a:p>
      </dgm:t>
    </dgm:pt>
    <dgm:pt modelId="{D95C95F9-96B6-4FC2-A7EC-571532B38A15}" type="sibTrans" cxnId="{9C912C33-A7EA-45E3-A7C2-619CCC29AF7E}">
      <dgm:prSet/>
      <dgm:spPr/>
      <dgm:t>
        <a:bodyPr/>
        <a:lstStyle/>
        <a:p>
          <a:endParaRPr lang="en-US"/>
        </a:p>
      </dgm:t>
    </dgm:pt>
    <dgm:pt modelId="{CEC5CBAE-4FC8-4B7C-A616-EC4E29EC7335}">
      <dgm:prSet/>
      <dgm:spPr/>
      <dgm:t>
        <a:bodyPr/>
        <a:lstStyle/>
        <a:p>
          <a:r>
            <a:rPr lang="fr-FR" i="0" baseline="0"/>
            <a:t>Meilleur PR-AUC </a:t>
          </a:r>
          <a:endParaRPr lang="en-US"/>
        </a:p>
      </dgm:t>
    </dgm:pt>
    <dgm:pt modelId="{4C1C7DF5-8C8A-4074-BC98-0BD8527C73C9}" type="parTrans" cxnId="{569EA222-1C84-4A69-A31F-52E569F6DE7D}">
      <dgm:prSet/>
      <dgm:spPr/>
      <dgm:t>
        <a:bodyPr/>
        <a:lstStyle/>
        <a:p>
          <a:endParaRPr lang="en-US"/>
        </a:p>
      </dgm:t>
    </dgm:pt>
    <dgm:pt modelId="{53257961-3F54-4E1C-9EBF-0250D19C4A9F}" type="sibTrans" cxnId="{569EA222-1C84-4A69-A31F-52E569F6DE7D}">
      <dgm:prSet/>
      <dgm:spPr/>
      <dgm:t>
        <a:bodyPr/>
        <a:lstStyle/>
        <a:p>
          <a:endParaRPr lang="en-US"/>
        </a:p>
      </dgm:t>
    </dgm:pt>
    <dgm:pt modelId="{40E7E235-A28D-48AD-92A1-0E66B0886023}">
      <dgm:prSet/>
      <dgm:spPr/>
      <dgm:t>
        <a:bodyPr/>
        <a:lstStyle/>
        <a:p>
          <a:r>
            <a:rPr lang="fr-FR" i="0" baseline="0"/>
            <a:t>Très peu de faux positifs </a:t>
          </a:r>
          <a:endParaRPr lang="en-US"/>
        </a:p>
      </dgm:t>
    </dgm:pt>
    <dgm:pt modelId="{4824232E-0698-436C-9141-FE18DACB95B6}" type="parTrans" cxnId="{DBBEADE7-5594-4D08-915B-3C4D29ECAE72}">
      <dgm:prSet/>
      <dgm:spPr/>
      <dgm:t>
        <a:bodyPr/>
        <a:lstStyle/>
        <a:p>
          <a:endParaRPr lang="en-US"/>
        </a:p>
      </dgm:t>
    </dgm:pt>
    <dgm:pt modelId="{B1A40FF8-5E60-4391-9633-58B4AD6F690D}" type="sibTrans" cxnId="{DBBEADE7-5594-4D08-915B-3C4D29ECAE72}">
      <dgm:prSet/>
      <dgm:spPr/>
      <dgm:t>
        <a:bodyPr/>
        <a:lstStyle/>
        <a:p>
          <a:endParaRPr lang="en-US"/>
        </a:p>
      </dgm:t>
    </dgm:pt>
    <dgm:pt modelId="{12EB48C9-4BF2-42B8-8BB3-2360E218D317}">
      <dgm:prSet/>
      <dgm:spPr/>
      <dgm:t>
        <a:bodyPr/>
        <a:lstStyle/>
        <a:p>
          <a:r>
            <a:rPr lang="fr-FR" i="0" baseline="0"/>
            <a:t>Logistic Regression </a:t>
          </a:r>
          <a:endParaRPr lang="en-US"/>
        </a:p>
      </dgm:t>
    </dgm:pt>
    <dgm:pt modelId="{221F88D0-ADB0-47A5-989C-760A6EE9D330}" type="parTrans" cxnId="{F2D790C3-2D20-44A4-AE34-1EEECDE6018E}">
      <dgm:prSet/>
      <dgm:spPr/>
      <dgm:t>
        <a:bodyPr/>
        <a:lstStyle/>
        <a:p>
          <a:endParaRPr lang="en-US"/>
        </a:p>
      </dgm:t>
    </dgm:pt>
    <dgm:pt modelId="{CC2C00ED-3F6C-4520-82DB-2C7B228364D0}" type="sibTrans" cxnId="{F2D790C3-2D20-44A4-AE34-1EEECDE6018E}">
      <dgm:prSet/>
      <dgm:spPr/>
      <dgm:t>
        <a:bodyPr/>
        <a:lstStyle/>
        <a:p>
          <a:endParaRPr lang="en-US"/>
        </a:p>
      </dgm:t>
    </dgm:pt>
    <dgm:pt modelId="{D0E94849-A3A5-44B7-A8A8-7498A01E6A83}">
      <dgm:prSet/>
      <dgm:spPr/>
      <dgm:t>
        <a:bodyPr/>
        <a:lstStyle/>
        <a:p>
          <a:r>
            <a:rPr lang="fr-FR" i="0" baseline="0"/>
            <a:t>Bon compromis </a:t>
          </a:r>
          <a:endParaRPr lang="en-US"/>
        </a:p>
      </dgm:t>
    </dgm:pt>
    <dgm:pt modelId="{A21CE292-9AF4-49F2-94C7-B44E53AD3B10}" type="parTrans" cxnId="{1B28D5FA-7975-424B-BC37-6B792F2C4A35}">
      <dgm:prSet/>
      <dgm:spPr/>
      <dgm:t>
        <a:bodyPr/>
        <a:lstStyle/>
        <a:p>
          <a:endParaRPr lang="en-US"/>
        </a:p>
      </dgm:t>
    </dgm:pt>
    <dgm:pt modelId="{4E9DBE13-3E7F-416B-AD95-09665BC4196F}" type="sibTrans" cxnId="{1B28D5FA-7975-424B-BC37-6B792F2C4A35}">
      <dgm:prSet/>
      <dgm:spPr/>
      <dgm:t>
        <a:bodyPr/>
        <a:lstStyle/>
        <a:p>
          <a:endParaRPr lang="en-US"/>
        </a:p>
      </dgm:t>
    </dgm:pt>
    <dgm:pt modelId="{DA6574E0-9A34-410E-8C63-690EBC591367}">
      <dgm:prSet/>
      <dgm:spPr/>
      <dgm:t>
        <a:bodyPr/>
        <a:lstStyle/>
        <a:p>
          <a:r>
            <a:rPr lang="fr-FR" i="0" baseline="0"/>
            <a:t>Coût total le plus faible </a:t>
          </a:r>
          <a:endParaRPr lang="en-US"/>
        </a:p>
      </dgm:t>
    </dgm:pt>
    <dgm:pt modelId="{6A40249B-0F59-4641-8108-8CC61F56889E}" type="parTrans" cxnId="{E8626E02-D2ED-4923-831A-AEE2EF3D4E95}">
      <dgm:prSet/>
      <dgm:spPr/>
      <dgm:t>
        <a:bodyPr/>
        <a:lstStyle/>
        <a:p>
          <a:endParaRPr lang="en-US"/>
        </a:p>
      </dgm:t>
    </dgm:pt>
    <dgm:pt modelId="{2849D518-CE3A-4105-BBFD-0E4F561124BE}" type="sibTrans" cxnId="{E8626E02-D2ED-4923-831A-AEE2EF3D4E95}">
      <dgm:prSet/>
      <dgm:spPr/>
      <dgm:t>
        <a:bodyPr/>
        <a:lstStyle/>
        <a:p>
          <a:endParaRPr lang="en-US"/>
        </a:p>
      </dgm:t>
    </dgm:pt>
    <dgm:pt modelId="{97D2BD99-778B-4AB1-B6C5-91643324F4AC}">
      <dgm:prSet/>
      <dgm:spPr/>
      <dgm:t>
        <a:bodyPr/>
        <a:lstStyle/>
        <a:p>
          <a:r>
            <a:rPr lang="fr-FR" i="0" baseline="0"/>
            <a:t>Autoencoder </a:t>
          </a:r>
          <a:endParaRPr lang="en-US"/>
        </a:p>
      </dgm:t>
    </dgm:pt>
    <dgm:pt modelId="{BA50C53B-40A1-42F0-83B3-56B0594DB20C}" type="parTrans" cxnId="{F8F8E18A-882F-4EE8-B8B7-733B616E6047}">
      <dgm:prSet/>
      <dgm:spPr/>
      <dgm:t>
        <a:bodyPr/>
        <a:lstStyle/>
        <a:p>
          <a:endParaRPr lang="en-US"/>
        </a:p>
      </dgm:t>
    </dgm:pt>
    <dgm:pt modelId="{8EA13CAB-5AB7-4452-A037-2DB91835E293}" type="sibTrans" cxnId="{F8F8E18A-882F-4EE8-B8B7-733B616E6047}">
      <dgm:prSet/>
      <dgm:spPr/>
      <dgm:t>
        <a:bodyPr/>
        <a:lstStyle/>
        <a:p>
          <a:endParaRPr lang="en-US"/>
        </a:p>
      </dgm:t>
    </dgm:pt>
    <dgm:pt modelId="{579CF385-A734-4DE6-AF74-AB640855DA2B}">
      <dgm:prSet/>
      <dgm:spPr/>
      <dgm:t>
        <a:bodyPr/>
        <a:lstStyle/>
        <a:p>
          <a:r>
            <a:rPr lang="fr-FR" i="0" baseline="0"/>
            <a:t>Bon recall </a:t>
          </a:r>
          <a:endParaRPr lang="en-US"/>
        </a:p>
      </dgm:t>
    </dgm:pt>
    <dgm:pt modelId="{D83EDB48-F623-4275-998C-336238178105}" type="parTrans" cxnId="{BC96C3C5-C96D-496A-BADB-6CA20F3673DB}">
      <dgm:prSet/>
      <dgm:spPr/>
      <dgm:t>
        <a:bodyPr/>
        <a:lstStyle/>
        <a:p>
          <a:endParaRPr lang="en-US"/>
        </a:p>
      </dgm:t>
    </dgm:pt>
    <dgm:pt modelId="{A0F5F7D6-23A5-4AF7-97AF-2E63C124CBD6}" type="sibTrans" cxnId="{BC96C3C5-C96D-496A-BADB-6CA20F3673DB}">
      <dgm:prSet/>
      <dgm:spPr/>
      <dgm:t>
        <a:bodyPr/>
        <a:lstStyle/>
        <a:p>
          <a:endParaRPr lang="en-US"/>
        </a:p>
      </dgm:t>
    </dgm:pt>
    <dgm:pt modelId="{7F6EC53F-FD67-4F99-B12B-BDB67A301F59}">
      <dgm:prSet/>
      <dgm:spPr/>
      <dgm:t>
        <a:bodyPr/>
        <a:lstStyle/>
        <a:p>
          <a:r>
            <a:rPr lang="fr-FR" i="0" baseline="0"/>
            <a:t>Trop de faux positifs </a:t>
          </a:r>
          <a:endParaRPr lang="en-US"/>
        </a:p>
      </dgm:t>
    </dgm:pt>
    <dgm:pt modelId="{5552C271-860C-4D01-9DC2-9EBAF424E01D}" type="parTrans" cxnId="{E59459AE-A230-443F-BB13-0A9B2DD60FBC}">
      <dgm:prSet/>
      <dgm:spPr/>
      <dgm:t>
        <a:bodyPr/>
        <a:lstStyle/>
        <a:p>
          <a:endParaRPr lang="en-US"/>
        </a:p>
      </dgm:t>
    </dgm:pt>
    <dgm:pt modelId="{5D217172-58C2-4627-8606-7F4FD144BD8C}" type="sibTrans" cxnId="{E59459AE-A230-443F-BB13-0A9B2DD60FBC}">
      <dgm:prSet/>
      <dgm:spPr/>
      <dgm:t>
        <a:bodyPr/>
        <a:lstStyle/>
        <a:p>
          <a:endParaRPr lang="en-US"/>
        </a:p>
      </dgm:t>
    </dgm:pt>
    <dgm:pt modelId="{B5121DE6-B2BB-4FC5-938D-4A36664B0E77}">
      <dgm:prSet/>
      <dgm:spPr/>
      <dgm:t>
        <a:bodyPr/>
        <a:lstStyle/>
        <a:p>
          <a:r>
            <a:rPr lang="fr-FR" i="0" baseline="0"/>
            <a:t>Isolation Forest </a:t>
          </a:r>
          <a:endParaRPr lang="en-US"/>
        </a:p>
      </dgm:t>
    </dgm:pt>
    <dgm:pt modelId="{55DEF4BB-98C4-4764-893C-BF68B998638E}" type="parTrans" cxnId="{0F9FDCA4-1D4C-4C6F-9E9F-4B9816B65753}">
      <dgm:prSet/>
      <dgm:spPr/>
      <dgm:t>
        <a:bodyPr/>
        <a:lstStyle/>
        <a:p>
          <a:endParaRPr lang="en-US"/>
        </a:p>
      </dgm:t>
    </dgm:pt>
    <dgm:pt modelId="{09D3B5DA-C7F5-41C5-A246-5B8E53036D1C}" type="sibTrans" cxnId="{0F9FDCA4-1D4C-4C6F-9E9F-4B9816B65753}">
      <dgm:prSet/>
      <dgm:spPr/>
      <dgm:t>
        <a:bodyPr/>
        <a:lstStyle/>
        <a:p>
          <a:endParaRPr lang="en-US"/>
        </a:p>
      </dgm:t>
    </dgm:pt>
    <dgm:pt modelId="{18171069-66BA-40CF-9478-9A5C1AC7C269}">
      <dgm:prSet/>
      <dgm:spPr/>
      <dgm:t>
        <a:bodyPr/>
        <a:lstStyle/>
        <a:p>
          <a:r>
            <a:rPr lang="fr-FR" i="0" baseline="0"/>
            <a:t>Mauvaises performances</a:t>
          </a:r>
          <a:endParaRPr lang="en-US"/>
        </a:p>
      </dgm:t>
    </dgm:pt>
    <dgm:pt modelId="{77D96036-9483-4A66-8CAF-B103AEE3840C}" type="parTrans" cxnId="{5C1893F1-57A8-4C4D-824E-AADDFEA129A0}">
      <dgm:prSet/>
      <dgm:spPr/>
      <dgm:t>
        <a:bodyPr/>
        <a:lstStyle/>
        <a:p>
          <a:endParaRPr lang="en-US"/>
        </a:p>
      </dgm:t>
    </dgm:pt>
    <dgm:pt modelId="{0D219F7B-D5CD-4A0D-87C5-397FDCAE16BD}" type="sibTrans" cxnId="{5C1893F1-57A8-4C4D-824E-AADDFEA129A0}">
      <dgm:prSet/>
      <dgm:spPr/>
      <dgm:t>
        <a:bodyPr/>
        <a:lstStyle/>
        <a:p>
          <a:endParaRPr lang="en-US"/>
        </a:p>
      </dgm:t>
    </dgm:pt>
    <dgm:pt modelId="{47224399-94C2-4E56-ACC1-346E56BBBB92}" type="pres">
      <dgm:prSet presAssocID="{8384B9EB-35B8-48AF-A019-F6563EE3F7A3}" presName="Name0" presStyleCnt="0">
        <dgm:presLayoutVars>
          <dgm:dir/>
          <dgm:animLvl val="lvl"/>
          <dgm:resizeHandles val="exact"/>
        </dgm:presLayoutVars>
      </dgm:prSet>
      <dgm:spPr/>
    </dgm:pt>
    <dgm:pt modelId="{042FB44C-B79D-42D0-8560-4D3E1DDC3B9A}" type="pres">
      <dgm:prSet presAssocID="{7D50B25B-391B-4D1D-BAAB-F61AD30760F4}" presName="composite" presStyleCnt="0"/>
      <dgm:spPr/>
    </dgm:pt>
    <dgm:pt modelId="{24538ABD-C91B-4516-8AE7-8EFB3884FF9B}" type="pres">
      <dgm:prSet presAssocID="{7D50B25B-391B-4D1D-BAAB-F61AD30760F4}" presName="parTx" presStyleLbl="alignNode1" presStyleIdx="0" presStyleCnt="4">
        <dgm:presLayoutVars>
          <dgm:chMax val="0"/>
          <dgm:chPref val="0"/>
          <dgm:bulletEnabled val="1"/>
        </dgm:presLayoutVars>
      </dgm:prSet>
      <dgm:spPr/>
    </dgm:pt>
    <dgm:pt modelId="{AC6EF8F9-ACA6-4C12-9A53-8D2B57FD9104}" type="pres">
      <dgm:prSet presAssocID="{7D50B25B-391B-4D1D-BAAB-F61AD30760F4}" presName="desTx" presStyleLbl="alignAccFollowNode1" presStyleIdx="0" presStyleCnt="4">
        <dgm:presLayoutVars>
          <dgm:bulletEnabled val="1"/>
        </dgm:presLayoutVars>
      </dgm:prSet>
      <dgm:spPr/>
    </dgm:pt>
    <dgm:pt modelId="{EE30FDB9-CD42-48E1-B123-6A6724637623}" type="pres">
      <dgm:prSet presAssocID="{D95C95F9-96B6-4FC2-A7EC-571532B38A15}" presName="space" presStyleCnt="0"/>
      <dgm:spPr/>
    </dgm:pt>
    <dgm:pt modelId="{009B2BE3-15E6-4EC8-B138-A74EE8147FB1}" type="pres">
      <dgm:prSet presAssocID="{12EB48C9-4BF2-42B8-8BB3-2360E218D317}" presName="composite" presStyleCnt="0"/>
      <dgm:spPr/>
    </dgm:pt>
    <dgm:pt modelId="{DB28AAE2-9DDF-4B24-A448-3608E930E93B}" type="pres">
      <dgm:prSet presAssocID="{12EB48C9-4BF2-42B8-8BB3-2360E218D317}" presName="parTx" presStyleLbl="alignNode1" presStyleIdx="1" presStyleCnt="4">
        <dgm:presLayoutVars>
          <dgm:chMax val="0"/>
          <dgm:chPref val="0"/>
          <dgm:bulletEnabled val="1"/>
        </dgm:presLayoutVars>
      </dgm:prSet>
      <dgm:spPr/>
    </dgm:pt>
    <dgm:pt modelId="{38162A42-A8AB-405B-8CF3-2B72781546EE}" type="pres">
      <dgm:prSet presAssocID="{12EB48C9-4BF2-42B8-8BB3-2360E218D317}" presName="desTx" presStyleLbl="alignAccFollowNode1" presStyleIdx="1" presStyleCnt="4">
        <dgm:presLayoutVars>
          <dgm:bulletEnabled val="1"/>
        </dgm:presLayoutVars>
      </dgm:prSet>
      <dgm:spPr/>
    </dgm:pt>
    <dgm:pt modelId="{A2783F0F-9725-4779-A8A4-CE5CAB23988A}" type="pres">
      <dgm:prSet presAssocID="{CC2C00ED-3F6C-4520-82DB-2C7B228364D0}" presName="space" presStyleCnt="0"/>
      <dgm:spPr/>
    </dgm:pt>
    <dgm:pt modelId="{129A09C3-EB71-411D-95B4-291D3BCA6F30}" type="pres">
      <dgm:prSet presAssocID="{97D2BD99-778B-4AB1-B6C5-91643324F4AC}" presName="composite" presStyleCnt="0"/>
      <dgm:spPr/>
    </dgm:pt>
    <dgm:pt modelId="{B9EE9FFB-1942-4F3D-9EB7-837A4CE1AA13}" type="pres">
      <dgm:prSet presAssocID="{97D2BD99-778B-4AB1-B6C5-91643324F4AC}" presName="parTx" presStyleLbl="alignNode1" presStyleIdx="2" presStyleCnt="4">
        <dgm:presLayoutVars>
          <dgm:chMax val="0"/>
          <dgm:chPref val="0"/>
          <dgm:bulletEnabled val="1"/>
        </dgm:presLayoutVars>
      </dgm:prSet>
      <dgm:spPr/>
    </dgm:pt>
    <dgm:pt modelId="{80E93D54-9618-4227-92F3-FCB1C3184F10}" type="pres">
      <dgm:prSet presAssocID="{97D2BD99-778B-4AB1-B6C5-91643324F4AC}" presName="desTx" presStyleLbl="alignAccFollowNode1" presStyleIdx="2" presStyleCnt="4">
        <dgm:presLayoutVars>
          <dgm:bulletEnabled val="1"/>
        </dgm:presLayoutVars>
      </dgm:prSet>
      <dgm:spPr/>
    </dgm:pt>
    <dgm:pt modelId="{A83725A6-C1C2-493D-AAEC-D32A469BD0A5}" type="pres">
      <dgm:prSet presAssocID="{8EA13CAB-5AB7-4452-A037-2DB91835E293}" presName="space" presStyleCnt="0"/>
      <dgm:spPr/>
    </dgm:pt>
    <dgm:pt modelId="{1D041B33-B07C-41BF-9C6F-1F71AF922C5C}" type="pres">
      <dgm:prSet presAssocID="{B5121DE6-B2BB-4FC5-938D-4A36664B0E77}" presName="composite" presStyleCnt="0"/>
      <dgm:spPr/>
    </dgm:pt>
    <dgm:pt modelId="{4B2DD0CD-EAF0-4E1F-ABE4-5EA81E721014}" type="pres">
      <dgm:prSet presAssocID="{B5121DE6-B2BB-4FC5-938D-4A36664B0E77}" presName="parTx" presStyleLbl="alignNode1" presStyleIdx="3" presStyleCnt="4">
        <dgm:presLayoutVars>
          <dgm:chMax val="0"/>
          <dgm:chPref val="0"/>
          <dgm:bulletEnabled val="1"/>
        </dgm:presLayoutVars>
      </dgm:prSet>
      <dgm:spPr/>
    </dgm:pt>
    <dgm:pt modelId="{5C904A96-C089-4B8B-8E83-8D6EE49724AD}" type="pres">
      <dgm:prSet presAssocID="{B5121DE6-B2BB-4FC5-938D-4A36664B0E77}" presName="desTx" presStyleLbl="alignAccFollowNode1" presStyleIdx="3" presStyleCnt="4">
        <dgm:presLayoutVars>
          <dgm:bulletEnabled val="1"/>
        </dgm:presLayoutVars>
      </dgm:prSet>
      <dgm:spPr/>
    </dgm:pt>
  </dgm:ptLst>
  <dgm:cxnLst>
    <dgm:cxn modelId="{7E140500-3A79-43BE-AFBF-1626E0A24FCB}" type="presOf" srcId="{B5121DE6-B2BB-4FC5-938D-4A36664B0E77}" destId="{4B2DD0CD-EAF0-4E1F-ABE4-5EA81E721014}" srcOrd="0" destOrd="0" presId="urn:microsoft.com/office/officeart/2005/8/layout/hList1"/>
    <dgm:cxn modelId="{E8626E02-D2ED-4923-831A-AEE2EF3D4E95}" srcId="{12EB48C9-4BF2-42B8-8BB3-2360E218D317}" destId="{DA6574E0-9A34-410E-8C63-690EBC591367}" srcOrd="1" destOrd="0" parTransId="{6A40249B-0F59-4641-8108-8CC61F56889E}" sibTransId="{2849D518-CE3A-4105-BBFD-0E4F561124BE}"/>
    <dgm:cxn modelId="{3DD6B402-E4C8-45ED-873C-3304DADD212E}" type="presOf" srcId="{D0E94849-A3A5-44B7-A8A8-7498A01E6A83}" destId="{38162A42-A8AB-405B-8CF3-2B72781546EE}" srcOrd="0" destOrd="0" presId="urn:microsoft.com/office/officeart/2005/8/layout/hList1"/>
    <dgm:cxn modelId="{102B5010-3258-4BDD-A0DE-45D18C84BB4E}" type="presOf" srcId="{7D50B25B-391B-4D1D-BAAB-F61AD30760F4}" destId="{24538ABD-C91B-4516-8AE7-8EFB3884FF9B}" srcOrd="0" destOrd="0" presId="urn:microsoft.com/office/officeart/2005/8/layout/hList1"/>
    <dgm:cxn modelId="{AF647A16-1CFF-4912-9830-C489D37C9A68}" type="presOf" srcId="{12EB48C9-4BF2-42B8-8BB3-2360E218D317}" destId="{DB28AAE2-9DDF-4B24-A448-3608E930E93B}" srcOrd="0" destOrd="0" presId="urn:microsoft.com/office/officeart/2005/8/layout/hList1"/>
    <dgm:cxn modelId="{569EA222-1C84-4A69-A31F-52E569F6DE7D}" srcId="{7D50B25B-391B-4D1D-BAAB-F61AD30760F4}" destId="{CEC5CBAE-4FC8-4B7C-A616-EC4E29EC7335}" srcOrd="0" destOrd="0" parTransId="{4C1C7DF5-8C8A-4074-BC98-0BD8527C73C9}" sibTransId="{53257961-3F54-4E1C-9EBF-0250D19C4A9F}"/>
    <dgm:cxn modelId="{9C912C33-A7EA-45E3-A7C2-619CCC29AF7E}" srcId="{8384B9EB-35B8-48AF-A019-F6563EE3F7A3}" destId="{7D50B25B-391B-4D1D-BAAB-F61AD30760F4}" srcOrd="0" destOrd="0" parTransId="{5A15A735-1123-4CA3-A449-451A7D3B9F56}" sibTransId="{D95C95F9-96B6-4FC2-A7EC-571532B38A15}"/>
    <dgm:cxn modelId="{7C0F9764-2CC6-4261-AB52-188584D7426E}" type="presOf" srcId="{DA6574E0-9A34-410E-8C63-690EBC591367}" destId="{38162A42-A8AB-405B-8CF3-2B72781546EE}" srcOrd="0" destOrd="1" presId="urn:microsoft.com/office/officeart/2005/8/layout/hList1"/>
    <dgm:cxn modelId="{8F096B4E-19B6-4073-BEEE-BF049C556A1F}" type="presOf" srcId="{97D2BD99-778B-4AB1-B6C5-91643324F4AC}" destId="{B9EE9FFB-1942-4F3D-9EB7-837A4CE1AA13}" srcOrd="0" destOrd="0" presId="urn:microsoft.com/office/officeart/2005/8/layout/hList1"/>
    <dgm:cxn modelId="{E94E4F4F-67D4-4E18-8F33-A901D7CEAC7F}" type="presOf" srcId="{CEC5CBAE-4FC8-4B7C-A616-EC4E29EC7335}" destId="{AC6EF8F9-ACA6-4C12-9A53-8D2B57FD9104}" srcOrd="0" destOrd="0" presId="urn:microsoft.com/office/officeart/2005/8/layout/hList1"/>
    <dgm:cxn modelId="{3BAA4352-A7D4-4A11-855C-3BE0AAABE64E}" type="presOf" srcId="{40E7E235-A28D-48AD-92A1-0E66B0886023}" destId="{AC6EF8F9-ACA6-4C12-9A53-8D2B57FD9104}" srcOrd="0" destOrd="1" presId="urn:microsoft.com/office/officeart/2005/8/layout/hList1"/>
    <dgm:cxn modelId="{2DA1BF55-F88B-4C3C-BED3-3DD624B0590B}" type="presOf" srcId="{7F6EC53F-FD67-4F99-B12B-BDB67A301F59}" destId="{80E93D54-9618-4227-92F3-FCB1C3184F10}" srcOrd="0" destOrd="1" presId="urn:microsoft.com/office/officeart/2005/8/layout/hList1"/>
    <dgm:cxn modelId="{F8F8E18A-882F-4EE8-B8B7-733B616E6047}" srcId="{8384B9EB-35B8-48AF-A019-F6563EE3F7A3}" destId="{97D2BD99-778B-4AB1-B6C5-91643324F4AC}" srcOrd="2" destOrd="0" parTransId="{BA50C53B-40A1-42F0-83B3-56B0594DB20C}" sibTransId="{8EA13CAB-5AB7-4452-A037-2DB91835E293}"/>
    <dgm:cxn modelId="{0F9FDCA4-1D4C-4C6F-9E9F-4B9816B65753}" srcId="{8384B9EB-35B8-48AF-A019-F6563EE3F7A3}" destId="{B5121DE6-B2BB-4FC5-938D-4A36664B0E77}" srcOrd="3" destOrd="0" parTransId="{55DEF4BB-98C4-4764-893C-BF68B998638E}" sibTransId="{09D3B5DA-C7F5-41C5-A246-5B8E53036D1C}"/>
    <dgm:cxn modelId="{E59459AE-A230-443F-BB13-0A9B2DD60FBC}" srcId="{97D2BD99-778B-4AB1-B6C5-91643324F4AC}" destId="{7F6EC53F-FD67-4F99-B12B-BDB67A301F59}" srcOrd="1" destOrd="0" parTransId="{5552C271-860C-4D01-9DC2-9EBAF424E01D}" sibTransId="{5D217172-58C2-4627-8606-7F4FD144BD8C}"/>
    <dgm:cxn modelId="{90C038BA-5C2B-4807-8782-9C02D4886F36}" type="presOf" srcId="{8384B9EB-35B8-48AF-A019-F6563EE3F7A3}" destId="{47224399-94C2-4E56-ACC1-346E56BBBB92}" srcOrd="0" destOrd="0" presId="urn:microsoft.com/office/officeart/2005/8/layout/hList1"/>
    <dgm:cxn modelId="{929A9EC1-815A-4852-BE6C-9DDF25B932CD}" type="presOf" srcId="{579CF385-A734-4DE6-AF74-AB640855DA2B}" destId="{80E93D54-9618-4227-92F3-FCB1C3184F10}" srcOrd="0" destOrd="0" presId="urn:microsoft.com/office/officeart/2005/8/layout/hList1"/>
    <dgm:cxn modelId="{F2D790C3-2D20-44A4-AE34-1EEECDE6018E}" srcId="{8384B9EB-35B8-48AF-A019-F6563EE3F7A3}" destId="{12EB48C9-4BF2-42B8-8BB3-2360E218D317}" srcOrd="1" destOrd="0" parTransId="{221F88D0-ADB0-47A5-989C-760A6EE9D330}" sibTransId="{CC2C00ED-3F6C-4520-82DB-2C7B228364D0}"/>
    <dgm:cxn modelId="{BC96C3C5-C96D-496A-BADB-6CA20F3673DB}" srcId="{97D2BD99-778B-4AB1-B6C5-91643324F4AC}" destId="{579CF385-A734-4DE6-AF74-AB640855DA2B}" srcOrd="0" destOrd="0" parTransId="{D83EDB48-F623-4275-998C-336238178105}" sibTransId="{A0F5F7D6-23A5-4AF7-97AF-2E63C124CBD6}"/>
    <dgm:cxn modelId="{E82648E3-648A-41E1-8378-C71B5B2581D9}" type="presOf" srcId="{18171069-66BA-40CF-9478-9A5C1AC7C269}" destId="{5C904A96-C089-4B8B-8E83-8D6EE49724AD}" srcOrd="0" destOrd="0" presId="urn:microsoft.com/office/officeart/2005/8/layout/hList1"/>
    <dgm:cxn modelId="{DBBEADE7-5594-4D08-915B-3C4D29ECAE72}" srcId="{7D50B25B-391B-4D1D-BAAB-F61AD30760F4}" destId="{40E7E235-A28D-48AD-92A1-0E66B0886023}" srcOrd="1" destOrd="0" parTransId="{4824232E-0698-436C-9141-FE18DACB95B6}" sibTransId="{B1A40FF8-5E60-4391-9633-58B4AD6F690D}"/>
    <dgm:cxn modelId="{5C1893F1-57A8-4C4D-824E-AADDFEA129A0}" srcId="{B5121DE6-B2BB-4FC5-938D-4A36664B0E77}" destId="{18171069-66BA-40CF-9478-9A5C1AC7C269}" srcOrd="0" destOrd="0" parTransId="{77D96036-9483-4A66-8CAF-B103AEE3840C}" sibTransId="{0D219F7B-D5CD-4A0D-87C5-397FDCAE16BD}"/>
    <dgm:cxn modelId="{1B28D5FA-7975-424B-BC37-6B792F2C4A35}" srcId="{12EB48C9-4BF2-42B8-8BB3-2360E218D317}" destId="{D0E94849-A3A5-44B7-A8A8-7498A01E6A83}" srcOrd="0" destOrd="0" parTransId="{A21CE292-9AF4-49F2-94C7-B44E53AD3B10}" sibTransId="{4E9DBE13-3E7F-416B-AD95-09665BC4196F}"/>
    <dgm:cxn modelId="{C3C85814-211B-446A-BDC2-0BFEF4BBBD27}" type="presParOf" srcId="{47224399-94C2-4E56-ACC1-346E56BBBB92}" destId="{042FB44C-B79D-42D0-8560-4D3E1DDC3B9A}" srcOrd="0" destOrd="0" presId="urn:microsoft.com/office/officeart/2005/8/layout/hList1"/>
    <dgm:cxn modelId="{2945DDE0-E868-4C57-9CEC-7CFA39F75DE6}" type="presParOf" srcId="{042FB44C-B79D-42D0-8560-4D3E1DDC3B9A}" destId="{24538ABD-C91B-4516-8AE7-8EFB3884FF9B}" srcOrd="0" destOrd="0" presId="urn:microsoft.com/office/officeart/2005/8/layout/hList1"/>
    <dgm:cxn modelId="{C110645A-49E4-4DBE-8C1B-B78E5827440F}" type="presParOf" srcId="{042FB44C-B79D-42D0-8560-4D3E1DDC3B9A}" destId="{AC6EF8F9-ACA6-4C12-9A53-8D2B57FD9104}" srcOrd="1" destOrd="0" presId="urn:microsoft.com/office/officeart/2005/8/layout/hList1"/>
    <dgm:cxn modelId="{CA559251-A052-4E0F-A8AE-CCE585B199E9}" type="presParOf" srcId="{47224399-94C2-4E56-ACC1-346E56BBBB92}" destId="{EE30FDB9-CD42-48E1-B123-6A6724637623}" srcOrd="1" destOrd="0" presId="urn:microsoft.com/office/officeart/2005/8/layout/hList1"/>
    <dgm:cxn modelId="{FB836A9F-FF39-4A2D-A4E2-4397C227B0A2}" type="presParOf" srcId="{47224399-94C2-4E56-ACC1-346E56BBBB92}" destId="{009B2BE3-15E6-4EC8-B138-A74EE8147FB1}" srcOrd="2" destOrd="0" presId="urn:microsoft.com/office/officeart/2005/8/layout/hList1"/>
    <dgm:cxn modelId="{C52D9031-E036-4463-AB18-2205FF764E42}" type="presParOf" srcId="{009B2BE3-15E6-4EC8-B138-A74EE8147FB1}" destId="{DB28AAE2-9DDF-4B24-A448-3608E930E93B}" srcOrd="0" destOrd="0" presId="urn:microsoft.com/office/officeart/2005/8/layout/hList1"/>
    <dgm:cxn modelId="{E51BF29E-9AFB-47B7-9851-03240AAEE70C}" type="presParOf" srcId="{009B2BE3-15E6-4EC8-B138-A74EE8147FB1}" destId="{38162A42-A8AB-405B-8CF3-2B72781546EE}" srcOrd="1" destOrd="0" presId="urn:microsoft.com/office/officeart/2005/8/layout/hList1"/>
    <dgm:cxn modelId="{2AAE3EA0-1160-4649-823B-1408C416E652}" type="presParOf" srcId="{47224399-94C2-4E56-ACC1-346E56BBBB92}" destId="{A2783F0F-9725-4779-A8A4-CE5CAB23988A}" srcOrd="3" destOrd="0" presId="urn:microsoft.com/office/officeart/2005/8/layout/hList1"/>
    <dgm:cxn modelId="{FB7B199F-2445-4CEB-BAEC-3CD4FE5B0375}" type="presParOf" srcId="{47224399-94C2-4E56-ACC1-346E56BBBB92}" destId="{129A09C3-EB71-411D-95B4-291D3BCA6F30}" srcOrd="4" destOrd="0" presId="urn:microsoft.com/office/officeart/2005/8/layout/hList1"/>
    <dgm:cxn modelId="{2DCDBF0E-62D1-4835-AE26-DC4F29CF84C1}" type="presParOf" srcId="{129A09C3-EB71-411D-95B4-291D3BCA6F30}" destId="{B9EE9FFB-1942-4F3D-9EB7-837A4CE1AA13}" srcOrd="0" destOrd="0" presId="urn:microsoft.com/office/officeart/2005/8/layout/hList1"/>
    <dgm:cxn modelId="{29001EFE-6584-4F7A-93F0-E6D7B775485F}" type="presParOf" srcId="{129A09C3-EB71-411D-95B4-291D3BCA6F30}" destId="{80E93D54-9618-4227-92F3-FCB1C3184F10}" srcOrd="1" destOrd="0" presId="urn:microsoft.com/office/officeart/2005/8/layout/hList1"/>
    <dgm:cxn modelId="{D10E322A-928B-4FD6-BA9E-FB2C7D7F3997}" type="presParOf" srcId="{47224399-94C2-4E56-ACC1-346E56BBBB92}" destId="{A83725A6-C1C2-493D-AAEC-D32A469BD0A5}" srcOrd="5" destOrd="0" presId="urn:microsoft.com/office/officeart/2005/8/layout/hList1"/>
    <dgm:cxn modelId="{B9F4F2CF-23CA-4B75-ADE5-4A77149DA259}" type="presParOf" srcId="{47224399-94C2-4E56-ACC1-346E56BBBB92}" destId="{1D041B33-B07C-41BF-9C6F-1F71AF922C5C}" srcOrd="6" destOrd="0" presId="urn:microsoft.com/office/officeart/2005/8/layout/hList1"/>
    <dgm:cxn modelId="{F187560A-C304-4813-9065-E63F91FD9F21}" type="presParOf" srcId="{1D041B33-B07C-41BF-9C6F-1F71AF922C5C}" destId="{4B2DD0CD-EAF0-4E1F-ABE4-5EA81E721014}" srcOrd="0" destOrd="0" presId="urn:microsoft.com/office/officeart/2005/8/layout/hList1"/>
    <dgm:cxn modelId="{D15342E9-4CD2-4168-9F1C-CE7E24DD54A1}" type="presParOf" srcId="{1D041B33-B07C-41BF-9C6F-1F71AF922C5C}" destId="{5C904A96-C089-4B8B-8E83-8D6EE49724AD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D6396E-94FC-4F8A-A521-3DAD64284712}">
      <dsp:nvSpPr>
        <dsp:cNvPr id="0" name=""/>
        <dsp:cNvSpPr/>
      </dsp:nvSpPr>
      <dsp:spPr>
        <a:xfrm>
          <a:off x="2812" y="693784"/>
          <a:ext cx="2008375" cy="12753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39D3BF-C5A6-4AEA-9775-CE955E3776F5}">
      <dsp:nvSpPr>
        <dsp:cNvPr id="0" name=""/>
        <dsp:cNvSpPr/>
      </dsp:nvSpPr>
      <dsp:spPr>
        <a:xfrm>
          <a:off x="225965" y="905779"/>
          <a:ext cx="2008375" cy="12753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0" i="0" kern="1200" baseline="0"/>
            <a:t>ROC-AUC </a:t>
          </a:r>
          <a:endParaRPr lang="en-US" sz="3200" kern="1200"/>
        </a:p>
      </dsp:txBody>
      <dsp:txXfrm>
        <a:off x="263318" y="943132"/>
        <a:ext cx="1933669" cy="1200612"/>
      </dsp:txXfrm>
    </dsp:sp>
    <dsp:sp modelId="{FC426B20-D7A7-45B2-8AED-75B358704718}">
      <dsp:nvSpPr>
        <dsp:cNvPr id="0" name=""/>
        <dsp:cNvSpPr/>
      </dsp:nvSpPr>
      <dsp:spPr>
        <a:xfrm>
          <a:off x="2457493" y="693784"/>
          <a:ext cx="2008375" cy="12753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7AFE41-F70E-4E33-8D8E-238F2ABC9AE3}">
      <dsp:nvSpPr>
        <dsp:cNvPr id="0" name=""/>
        <dsp:cNvSpPr/>
      </dsp:nvSpPr>
      <dsp:spPr>
        <a:xfrm>
          <a:off x="2680646" y="905779"/>
          <a:ext cx="2008375" cy="12753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0" i="0" kern="1200" baseline="0" dirty="0"/>
            <a:t>PR-AUC</a:t>
          </a:r>
          <a:endParaRPr lang="en-US" sz="3200" kern="1200" dirty="0"/>
        </a:p>
      </dsp:txBody>
      <dsp:txXfrm>
        <a:off x="2717999" y="943132"/>
        <a:ext cx="1933669" cy="1200612"/>
      </dsp:txXfrm>
    </dsp:sp>
    <dsp:sp modelId="{6593876E-83AD-42D0-A185-6068913EEE41}">
      <dsp:nvSpPr>
        <dsp:cNvPr id="0" name=""/>
        <dsp:cNvSpPr/>
      </dsp:nvSpPr>
      <dsp:spPr>
        <a:xfrm>
          <a:off x="4912174" y="693784"/>
          <a:ext cx="2008375" cy="12753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C2AB04-5C6D-4E61-A8C1-5B0B1C6C3E4E}">
      <dsp:nvSpPr>
        <dsp:cNvPr id="0" name=""/>
        <dsp:cNvSpPr/>
      </dsp:nvSpPr>
      <dsp:spPr>
        <a:xfrm>
          <a:off x="5135327" y="905779"/>
          <a:ext cx="2008375" cy="12753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0" i="0" kern="1200" baseline="0"/>
            <a:t>Matrice de confusion </a:t>
          </a:r>
          <a:endParaRPr lang="en-US" sz="3200" kern="1200"/>
        </a:p>
      </dsp:txBody>
      <dsp:txXfrm>
        <a:off x="5172680" y="943132"/>
        <a:ext cx="1933669" cy="1200612"/>
      </dsp:txXfrm>
    </dsp:sp>
    <dsp:sp modelId="{46C3E956-4632-464A-ABA3-B08C8A163169}">
      <dsp:nvSpPr>
        <dsp:cNvPr id="0" name=""/>
        <dsp:cNvSpPr/>
      </dsp:nvSpPr>
      <dsp:spPr>
        <a:xfrm>
          <a:off x="7366855" y="693784"/>
          <a:ext cx="2008375" cy="127531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92291D-7C11-4E21-831D-C5577DE9097E}">
      <dsp:nvSpPr>
        <dsp:cNvPr id="0" name=""/>
        <dsp:cNvSpPr/>
      </dsp:nvSpPr>
      <dsp:spPr>
        <a:xfrm>
          <a:off x="7590008" y="905779"/>
          <a:ext cx="2008375" cy="127531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3200" b="0" i="0" kern="1200" baseline="0"/>
            <a:t>Coût financier </a:t>
          </a:r>
          <a:endParaRPr lang="en-US" sz="3200" kern="1200"/>
        </a:p>
      </dsp:txBody>
      <dsp:txXfrm>
        <a:off x="7627361" y="943132"/>
        <a:ext cx="1933669" cy="1200612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4538ABD-C91B-4516-8AE7-8EFB3884FF9B}">
      <dsp:nvSpPr>
        <dsp:cNvPr id="0" name=""/>
        <dsp:cNvSpPr/>
      </dsp:nvSpPr>
      <dsp:spPr>
        <a:xfrm>
          <a:off x="3609" y="221190"/>
          <a:ext cx="2170583" cy="81844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0" kern="1200" baseline="0"/>
            <a:t>Random Forest </a:t>
          </a:r>
          <a:endParaRPr lang="en-US" sz="2400" kern="1200"/>
        </a:p>
      </dsp:txBody>
      <dsp:txXfrm>
        <a:off x="3609" y="221190"/>
        <a:ext cx="2170583" cy="818442"/>
      </dsp:txXfrm>
    </dsp:sp>
    <dsp:sp modelId="{AC6EF8F9-ACA6-4C12-9A53-8D2B57FD9104}">
      <dsp:nvSpPr>
        <dsp:cNvPr id="0" name=""/>
        <dsp:cNvSpPr/>
      </dsp:nvSpPr>
      <dsp:spPr>
        <a:xfrm>
          <a:off x="3609" y="1039632"/>
          <a:ext cx="2170583" cy="161406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i="0" kern="1200" baseline="0"/>
            <a:t>Meilleur PR-AUC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i="0" kern="1200" baseline="0"/>
            <a:t>Très peu de faux positifs </a:t>
          </a:r>
          <a:endParaRPr lang="en-US" sz="2400" kern="1200"/>
        </a:p>
      </dsp:txBody>
      <dsp:txXfrm>
        <a:off x="3609" y="1039632"/>
        <a:ext cx="2170583" cy="1614060"/>
      </dsp:txXfrm>
    </dsp:sp>
    <dsp:sp modelId="{DB28AAE2-9DDF-4B24-A448-3608E930E93B}">
      <dsp:nvSpPr>
        <dsp:cNvPr id="0" name=""/>
        <dsp:cNvSpPr/>
      </dsp:nvSpPr>
      <dsp:spPr>
        <a:xfrm>
          <a:off x="2478074" y="221190"/>
          <a:ext cx="2170583" cy="818442"/>
        </a:xfrm>
        <a:prstGeom prst="rect">
          <a:avLst/>
        </a:prstGeom>
        <a:solidFill>
          <a:schemeClr val="accent2">
            <a:hueOff val="1121052"/>
            <a:satOff val="-1191"/>
            <a:lumOff val="915"/>
            <a:alphaOff val="0"/>
          </a:schemeClr>
        </a:solidFill>
        <a:ln w="15875" cap="flat" cmpd="sng" algn="ctr">
          <a:solidFill>
            <a:schemeClr val="accent2">
              <a:hueOff val="1121052"/>
              <a:satOff val="-1191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0" kern="1200" baseline="0"/>
            <a:t>Logistic Regression </a:t>
          </a:r>
          <a:endParaRPr lang="en-US" sz="2400" kern="1200"/>
        </a:p>
      </dsp:txBody>
      <dsp:txXfrm>
        <a:off x="2478074" y="221190"/>
        <a:ext cx="2170583" cy="818442"/>
      </dsp:txXfrm>
    </dsp:sp>
    <dsp:sp modelId="{38162A42-A8AB-405B-8CF3-2B72781546EE}">
      <dsp:nvSpPr>
        <dsp:cNvPr id="0" name=""/>
        <dsp:cNvSpPr/>
      </dsp:nvSpPr>
      <dsp:spPr>
        <a:xfrm>
          <a:off x="2478074" y="1039632"/>
          <a:ext cx="2170583" cy="1614060"/>
        </a:xfrm>
        <a:prstGeom prst="rect">
          <a:avLst/>
        </a:prstGeom>
        <a:solidFill>
          <a:schemeClr val="accent2">
            <a:tint val="40000"/>
            <a:alpha val="90000"/>
            <a:hueOff val="1394490"/>
            <a:satOff val="476"/>
            <a:lumOff val="146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1394490"/>
              <a:satOff val="476"/>
              <a:lumOff val="1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i="0" kern="1200" baseline="0"/>
            <a:t>Bon compromis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i="0" kern="1200" baseline="0"/>
            <a:t>Coût total le plus faible </a:t>
          </a:r>
          <a:endParaRPr lang="en-US" sz="2400" kern="1200"/>
        </a:p>
      </dsp:txBody>
      <dsp:txXfrm>
        <a:off x="2478074" y="1039632"/>
        <a:ext cx="2170583" cy="1614060"/>
      </dsp:txXfrm>
    </dsp:sp>
    <dsp:sp modelId="{B9EE9FFB-1942-4F3D-9EB7-837A4CE1AA13}">
      <dsp:nvSpPr>
        <dsp:cNvPr id="0" name=""/>
        <dsp:cNvSpPr/>
      </dsp:nvSpPr>
      <dsp:spPr>
        <a:xfrm>
          <a:off x="4952539" y="221190"/>
          <a:ext cx="2170583" cy="818442"/>
        </a:xfrm>
        <a:prstGeom prst="rect">
          <a:avLst/>
        </a:prstGeom>
        <a:solidFill>
          <a:schemeClr val="accent2">
            <a:hueOff val="2242103"/>
            <a:satOff val="-2381"/>
            <a:lumOff val="1830"/>
            <a:alphaOff val="0"/>
          </a:schemeClr>
        </a:solidFill>
        <a:ln w="15875" cap="flat" cmpd="sng" algn="ctr">
          <a:solidFill>
            <a:schemeClr val="accent2">
              <a:hueOff val="2242103"/>
              <a:satOff val="-2381"/>
              <a:lumOff val="18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0" kern="1200" baseline="0"/>
            <a:t>Autoencoder </a:t>
          </a:r>
          <a:endParaRPr lang="en-US" sz="2400" kern="1200"/>
        </a:p>
      </dsp:txBody>
      <dsp:txXfrm>
        <a:off x="4952539" y="221190"/>
        <a:ext cx="2170583" cy="818442"/>
      </dsp:txXfrm>
    </dsp:sp>
    <dsp:sp modelId="{80E93D54-9618-4227-92F3-FCB1C3184F10}">
      <dsp:nvSpPr>
        <dsp:cNvPr id="0" name=""/>
        <dsp:cNvSpPr/>
      </dsp:nvSpPr>
      <dsp:spPr>
        <a:xfrm>
          <a:off x="4952539" y="1039632"/>
          <a:ext cx="2170583" cy="1614060"/>
        </a:xfrm>
        <a:prstGeom prst="rect">
          <a:avLst/>
        </a:prstGeom>
        <a:solidFill>
          <a:schemeClr val="accent2">
            <a:tint val="40000"/>
            <a:alpha val="90000"/>
            <a:hueOff val="2788980"/>
            <a:satOff val="952"/>
            <a:lumOff val="293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2788980"/>
              <a:satOff val="952"/>
              <a:lumOff val="29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i="0" kern="1200" baseline="0"/>
            <a:t>Bon recall 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i="0" kern="1200" baseline="0"/>
            <a:t>Trop de faux positifs </a:t>
          </a:r>
          <a:endParaRPr lang="en-US" sz="2400" kern="1200"/>
        </a:p>
      </dsp:txBody>
      <dsp:txXfrm>
        <a:off x="4952539" y="1039632"/>
        <a:ext cx="2170583" cy="1614060"/>
      </dsp:txXfrm>
    </dsp:sp>
    <dsp:sp modelId="{4B2DD0CD-EAF0-4E1F-ABE4-5EA81E721014}">
      <dsp:nvSpPr>
        <dsp:cNvPr id="0" name=""/>
        <dsp:cNvSpPr/>
      </dsp:nvSpPr>
      <dsp:spPr>
        <a:xfrm>
          <a:off x="7427004" y="221190"/>
          <a:ext cx="2170583" cy="818442"/>
        </a:xfrm>
        <a:prstGeom prst="rect">
          <a:avLst/>
        </a:prstGeom>
        <a:solidFill>
          <a:schemeClr val="accent2">
            <a:hueOff val="3363155"/>
            <a:satOff val="-3572"/>
            <a:lumOff val="2745"/>
            <a:alphaOff val="0"/>
          </a:schemeClr>
        </a:solidFill>
        <a:ln w="15875" cap="flat" cmpd="sng" algn="ctr">
          <a:solidFill>
            <a:schemeClr val="accent2">
              <a:hueOff val="3363155"/>
              <a:satOff val="-3572"/>
              <a:lumOff val="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97536" rIns="170688" bIns="97536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400" i="0" kern="1200" baseline="0"/>
            <a:t>Isolation Forest </a:t>
          </a:r>
          <a:endParaRPr lang="en-US" sz="2400" kern="1200"/>
        </a:p>
      </dsp:txBody>
      <dsp:txXfrm>
        <a:off x="7427004" y="221190"/>
        <a:ext cx="2170583" cy="818442"/>
      </dsp:txXfrm>
    </dsp:sp>
    <dsp:sp modelId="{5C904A96-C089-4B8B-8E83-8D6EE49724AD}">
      <dsp:nvSpPr>
        <dsp:cNvPr id="0" name=""/>
        <dsp:cNvSpPr/>
      </dsp:nvSpPr>
      <dsp:spPr>
        <a:xfrm>
          <a:off x="7427004" y="1039632"/>
          <a:ext cx="2170583" cy="1614060"/>
        </a:xfrm>
        <a:prstGeom prst="rect">
          <a:avLst/>
        </a:prstGeom>
        <a:solidFill>
          <a:schemeClr val="accent2">
            <a:tint val="40000"/>
            <a:alpha val="90000"/>
            <a:hueOff val="4183470"/>
            <a:satOff val="1428"/>
            <a:lumOff val="439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4183470"/>
              <a:satOff val="1428"/>
              <a:lumOff val="43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70688" bIns="192024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400" i="0" kern="1200" baseline="0"/>
            <a:t>Mauvaises performances</a:t>
          </a:r>
          <a:endParaRPr lang="en-US" sz="2400" kern="1200"/>
        </a:p>
      </dsp:txBody>
      <dsp:txXfrm>
        <a:off x="7427004" y="1039632"/>
        <a:ext cx="2170583" cy="16140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4702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31571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6275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36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60103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432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36085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429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89675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70638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969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81889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593552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33665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630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6747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4729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01F8FC7-3385-4472-BCE1-17078A54CCF9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6B962-580D-45AF-9BB3-7A930395BE60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03398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95C49E8-5838-89C5-BBF0-DB506C6BD7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Détection de fraude en temps réel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587C436-654D-B4CE-84EC-60759ECCC7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Toni Awad</a:t>
            </a:r>
          </a:p>
          <a:p>
            <a:r>
              <a:rPr lang="en-US" dirty="0"/>
              <a:t>ECE Ing4 </a:t>
            </a:r>
          </a:p>
          <a:p>
            <a:r>
              <a:rPr lang="en-US" dirty="0"/>
              <a:t>Fin </a:t>
            </a:r>
            <a:r>
              <a:rPr lang="en-US" dirty="0" err="1"/>
              <a:t>groupe</a:t>
            </a:r>
            <a:r>
              <a:rPr lang="en-US" dirty="0"/>
              <a:t> 01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05366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31F218F-D0C7-3BB5-584E-691FC567D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fr-FR" dirty="0"/>
              <a:t>Contexte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81412EB-BE6D-EB1C-110D-5F6819825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556932"/>
            <a:ext cx="6256866" cy="3318936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2000" dirty="0"/>
              <a:t>La fraude bancaire représente un coût financier majeur </a:t>
            </a:r>
          </a:p>
          <a:p>
            <a:pPr>
              <a:lnSpc>
                <a:spcPct val="90000"/>
              </a:lnSpc>
            </a:pPr>
            <a:r>
              <a:rPr lang="fr-FR" sz="2000" dirty="0"/>
              <a:t>Les transactions frauduleuses sont très rares (&lt;0.2%) </a:t>
            </a:r>
          </a:p>
          <a:p>
            <a:pPr>
              <a:lnSpc>
                <a:spcPct val="90000"/>
              </a:lnSpc>
            </a:pPr>
            <a:r>
              <a:rPr lang="fr-FR" sz="2000" dirty="0"/>
              <a:t>Problème : </a:t>
            </a:r>
          </a:p>
          <a:p>
            <a:pPr lvl="1">
              <a:lnSpc>
                <a:spcPct val="90000"/>
              </a:lnSpc>
            </a:pPr>
            <a:r>
              <a:rPr lang="fr-FR" dirty="0"/>
              <a:t>Détecter les fraudes efficacement </a:t>
            </a:r>
          </a:p>
          <a:p>
            <a:pPr lvl="1">
              <a:lnSpc>
                <a:spcPct val="90000"/>
              </a:lnSpc>
            </a:pPr>
            <a:r>
              <a:rPr lang="fr-FR" dirty="0"/>
              <a:t>Limiter les faux positifs </a:t>
            </a:r>
          </a:p>
          <a:p>
            <a:pPr lvl="1">
              <a:lnSpc>
                <a:spcPct val="90000"/>
              </a:lnSpc>
            </a:pPr>
            <a:r>
              <a:rPr lang="fr-FR" dirty="0"/>
              <a:t>Répondre en temps réel 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fr-FR" sz="2000" dirty="0"/>
              <a:t>          Objectif : détecter les fraudes avec un bon compromis précision / rappel</a:t>
            </a:r>
          </a:p>
          <a:p>
            <a:pPr>
              <a:lnSpc>
                <a:spcPct val="90000"/>
              </a:lnSpc>
            </a:pPr>
            <a:endParaRPr lang="fr-FR" sz="1500" dirty="0"/>
          </a:p>
        </p:txBody>
      </p:sp>
      <p:pic>
        <p:nvPicPr>
          <p:cNvPr id="1026" name="Picture 2" descr="Vol, fraude bancaire, piratage, renseignements... Quelles plateformes ...">
            <a:extLst>
              <a:ext uri="{FF2B5EF4-FFF2-40B4-BE49-F238E27FC236}">
                <a16:creationId xmlns:a16="http://schemas.microsoft.com/office/drawing/2014/main" id="{53ABCC96-B415-B19D-F9DE-0E26402F46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04" r="11729" b="-1"/>
          <a:stretch>
            <a:fillRect/>
          </a:stretch>
        </p:blipFill>
        <p:spPr bwMode="auto">
          <a:xfrm>
            <a:off x="8085026" y="2701180"/>
            <a:ext cx="2739728" cy="2852640"/>
          </a:xfrm>
          <a:prstGeom prst="rect">
            <a:avLst/>
          </a:prstGeom>
          <a:noFill/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95F0A98B-783B-82D8-1164-12F730C7BDFD}"/>
              </a:ext>
            </a:extLst>
          </p:cNvPr>
          <p:cNvSpPr/>
          <p:nvPr/>
        </p:nvSpPr>
        <p:spPr>
          <a:xfrm>
            <a:off x="1295402" y="5094513"/>
            <a:ext cx="609600" cy="2122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4206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A274C8E-2D4E-ADE6-4839-635D39B1B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err="1"/>
              <a:t>Dataset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9D13C40-AA51-6ABE-BC39-93469E191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Source : </a:t>
            </a:r>
            <a:r>
              <a:rPr lang="fr-FR" dirty="0" err="1"/>
              <a:t>Kaggle</a:t>
            </a:r>
            <a:r>
              <a:rPr lang="fr-FR" dirty="0"/>
              <a:t> </a:t>
            </a:r>
            <a:r>
              <a:rPr lang="fr-FR" dirty="0" err="1"/>
              <a:t>Credit</a:t>
            </a:r>
            <a:r>
              <a:rPr lang="fr-FR" dirty="0"/>
              <a:t> </a:t>
            </a:r>
            <a:r>
              <a:rPr lang="fr-FR" dirty="0" err="1"/>
              <a:t>Card</a:t>
            </a:r>
            <a:r>
              <a:rPr lang="fr-FR" dirty="0"/>
              <a:t> </a:t>
            </a:r>
            <a:r>
              <a:rPr lang="fr-FR" dirty="0" err="1"/>
              <a:t>Fraud</a:t>
            </a:r>
            <a:r>
              <a:rPr lang="fr-FR" dirty="0"/>
              <a:t> </a:t>
            </a:r>
          </a:p>
          <a:p>
            <a:r>
              <a:rPr lang="fr-FR" dirty="0"/>
              <a:t>284 807 transactions </a:t>
            </a:r>
          </a:p>
          <a:p>
            <a:r>
              <a:rPr lang="fr-FR" dirty="0"/>
              <a:t>492 fraudes (0.17%)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 err="1"/>
              <a:t>Dataset</a:t>
            </a:r>
            <a:r>
              <a:rPr lang="fr-FR" dirty="0"/>
              <a:t> extrêmement déséquilibré</a:t>
            </a:r>
          </a:p>
          <a:p>
            <a:endParaRPr lang="fr-FR" dirty="0"/>
          </a:p>
        </p:txBody>
      </p:sp>
      <p:pic>
        <p:nvPicPr>
          <p:cNvPr id="7170" name="Picture 2" descr="Credit Card Fraud Detection | Kaggle">
            <a:extLst>
              <a:ext uri="{FF2B5EF4-FFF2-40B4-BE49-F238E27FC236}">
                <a16:creationId xmlns:a16="http://schemas.microsoft.com/office/drawing/2014/main" id="{68E2DBE0-26F0-11A8-3DF7-70BF04503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8371" y="2556932"/>
            <a:ext cx="3276601" cy="327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5438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C4E70E-6D34-D38D-3E2B-92B462571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Modèles utilisés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D059C2-D537-AD4E-3917-A29EC356A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Modèles supervisés :</a:t>
            </a:r>
            <a:endParaRPr lang="fr-FR" dirty="0"/>
          </a:p>
          <a:p>
            <a:r>
              <a:rPr lang="fr-FR" dirty="0" err="1"/>
              <a:t>Logistic</a:t>
            </a:r>
            <a:r>
              <a:rPr lang="fr-FR" dirty="0"/>
              <a:t> </a:t>
            </a:r>
            <a:r>
              <a:rPr lang="fr-FR" dirty="0" err="1"/>
              <a:t>Regression</a:t>
            </a:r>
            <a:r>
              <a:rPr lang="fr-FR" dirty="0"/>
              <a:t> </a:t>
            </a:r>
          </a:p>
          <a:p>
            <a:r>
              <a:rPr lang="fr-FR" dirty="0" err="1"/>
              <a:t>Random</a:t>
            </a:r>
            <a:r>
              <a:rPr lang="fr-FR" dirty="0"/>
              <a:t> Forest </a:t>
            </a:r>
          </a:p>
          <a:p>
            <a:pPr marL="0" indent="0">
              <a:buNone/>
            </a:pPr>
            <a:r>
              <a:rPr lang="fr-FR" b="1" dirty="0"/>
              <a:t>Modèles non supervisés :</a:t>
            </a:r>
            <a:endParaRPr lang="fr-FR" dirty="0"/>
          </a:p>
          <a:p>
            <a:r>
              <a:rPr lang="fr-FR" dirty="0"/>
              <a:t>Isolation Forest </a:t>
            </a:r>
          </a:p>
          <a:p>
            <a:r>
              <a:rPr lang="fr-FR" dirty="0" err="1"/>
              <a:t>Autoencoder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Objectif : comparer différentes approches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04730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CB7171-E4F5-6424-BE68-C665CBB0F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fr-FR">
                <a:solidFill>
                  <a:srgbClr val="262626"/>
                </a:solidFill>
              </a:rPr>
              <a:t>Métriques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9778C1D-491C-89D7-C05B-1E0BDC8272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2917897"/>
              </p:ext>
            </p:extLst>
          </p:nvPr>
        </p:nvGraphicFramePr>
        <p:xfrm>
          <a:off x="1295402" y="2285999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Graphique 7" descr="Avertissement avec un remplissage uni">
            <a:extLst>
              <a:ext uri="{FF2B5EF4-FFF2-40B4-BE49-F238E27FC236}">
                <a16:creationId xmlns:a16="http://schemas.microsoft.com/office/drawing/2014/main" id="{26BD5FF4-E1C4-ACBF-7500-E9F58053A48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80857" y="4495800"/>
            <a:ext cx="544286" cy="544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992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AC15AE-2192-AE10-9ACA-1EE019313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Analyse des erreurs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5C3DFB-28B9-AEED-F9F4-135962215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fr-FR" dirty="0"/>
              <a:t>Faux positifs (FP) : </a:t>
            </a:r>
          </a:p>
          <a:p>
            <a:pPr lvl="1"/>
            <a:r>
              <a:rPr lang="fr-FR" dirty="0"/>
              <a:t>clients bloqués inutilement</a:t>
            </a:r>
          </a:p>
          <a:p>
            <a:r>
              <a:rPr lang="fr-FR" dirty="0"/>
              <a:t>Faux négatifs (FN) : </a:t>
            </a:r>
          </a:p>
          <a:p>
            <a:pPr lvl="1"/>
            <a:r>
              <a:rPr lang="fr-FR" dirty="0"/>
              <a:t>fraude non détectée</a:t>
            </a:r>
          </a:p>
          <a:p>
            <a:pPr marL="0" indent="0">
              <a:buNone/>
            </a:pPr>
            <a:r>
              <a:rPr lang="fr-FR" dirty="0"/>
              <a:t>Trade-off :</a:t>
            </a:r>
          </a:p>
          <a:p>
            <a:r>
              <a:rPr lang="fr-FR" dirty="0"/>
              <a:t>Réduire FN → plus de FP </a:t>
            </a:r>
          </a:p>
          <a:p>
            <a:r>
              <a:rPr lang="fr-FR" dirty="0"/>
              <a:t>Réduire FP → plus de FN</a:t>
            </a:r>
          </a:p>
          <a:p>
            <a:endParaRPr lang="fr-FR" dirty="0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F40E603C-EA7E-33D5-E879-17F02B7DF7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6770" y="2556932"/>
            <a:ext cx="5044685" cy="360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3199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7E61F402-3445-458A-9A2B-D28FD28839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673C096-95AE-4644-B76C-1DF1B667D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77A91835-418B-4867-87D7-1376A57F3F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5B511A1-E0EC-49FE-8068-9DA29CD00E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fr-FR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4A61BC5F-ADA4-4DBA-9C6B-E17E0B82EC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1CE6F7D2-ACED-47D2-BEFD-FB26F7537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B7B0E6E1-6053-9263-9C3D-539EF07E4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3660056" cy="132537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800">
                <a:solidFill>
                  <a:srgbClr val="262626"/>
                </a:solidFill>
              </a:rPr>
              <a:t>Matrice de confusion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BE880E9-2B86-4CDB-B5B7-308745CDD1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95401" y="2400639"/>
            <a:ext cx="3660057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ZoneTexte 10">
            <a:extLst>
              <a:ext uri="{FF2B5EF4-FFF2-40B4-BE49-F238E27FC236}">
                <a16:creationId xmlns:a16="http://schemas.microsoft.com/office/drawing/2014/main" id="{A0522DB6-B309-FF7A-5E28-B9832F600F0A}"/>
              </a:ext>
            </a:extLst>
          </p:cNvPr>
          <p:cNvSpPr txBox="1"/>
          <p:nvPr/>
        </p:nvSpPr>
        <p:spPr>
          <a:xfrm>
            <a:off x="1295401" y="2493774"/>
            <a:ext cx="3660057" cy="33820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457200" indent="-457200"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400" dirty="0">
                <a:solidFill>
                  <a:srgbClr val="262626"/>
                </a:solidFill>
              </a:rPr>
              <a:t>Autoencoder :</a:t>
            </a:r>
          </a:p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2400" dirty="0">
                <a:solidFill>
                  <a:srgbClr val="262626"/>
                </a:solidFill>
              </a:rPr>
              <a:t>FP = 2886 → trop </a:t>
            </a:r>
            <a:r>
              <a:rPr lang="en-US" sz="2400" dirty="0" err="1">
                <a:solidFill>
                  <a:srgbClr val="262626"/>
                </a:solidFill>
              </a:rPr>
              <a:t>élevé</a:t>
            </a:r>
            <a:r>
              <a:rPr lang="en-US" sz="2400" dirty="0">
                <a:solidFill>
                  <a:srgbClr val="262626"/>
                </a:solidFill>
              </a:rPr>
              <a:t> </a:t>
            </a:r>
          </a:p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</a:pPr>
            <a:r>
              <a:rPr lang="en-US" sz="2400" dirty="0">
                <a:solidFill>
                  <a:srgbClr val="262626"/>
                </a:solidFill>
              </a:rPr>
              <a:t>FN = 13 → </a:t>
            </a:r>
            <a:r>
              <a:rPr lang="en-US" sz="2400" dirty="0" err="1">
                <a:solidFill>
                  <a:srgbClr val="262626"/>
                </a:solidFill>
              </a:rPr>
              <a:t>faible</a:t>
            </a:r>
            <a:r>
              <a:rPr lang="en-US" sz="2400" dirty="0">
                <a:solidFill>
                  <a:srgbClr val="262626"/>
                </a:solidFill>
              </a:rPr>
              <a:t> </a:t>
            </a:r>
          </a:p>
          <a:p>
            <a:pPr marL="457200" indent="-457200"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r>
              <a:rPr lang="en-US" sz="2400" dirty="0" err="1">
                <a:solidFill>
                  <a:srgbClr val="262626"/>
                </a:solidFill>
              </a:rPr>
              <a:t>Interprétation</a:t>
            </a:r>
            <a:r>
              <a:rPr lang="en-US" sz="2400" dirty="0">
                <a:solidFill>
                  <a:srgbClr val="262626"/>
                </a:solidFill>
              </a:rPr>
              <a:t> :</a:t>
            </a:r>
          </a:p>
          <a:p>
            <a:pPr marL="342900" indent="-342900"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rgbClr val="262626"/>
                </a:solidFill>
              </a:rPr>
              <a:t>bon pour </a:t>
            </a:r>
            <a:r>
              <a:rPr lang="en-US" sz="2400" dirty="0" err="1">
                <a:solidFill>
                  <a:srgbClr val="262626"/>
                </a:solidFill>
              </a:rPr>
              <a:t>détecter</a:t>
            </a:r>
            <a:r>
              <a:rPr lang="en-US" sz="2400" dirty="0">
                <a:solidFill>
                  <a:srgbClr val="262626"/>
                </a:solidFill>
              </a:rPr>
              <a:t> </a:t>
            </a:r>
          </a:p>
          <a:p>
            <a:pPr marL="342900" indent="-342900"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Wingdings" panose="05000000000000000000" pitchFamily="2" charset="2"/>
              <a:buChar char="Ø"/>
            </a:pPr>
            <a:r>
              <a:rPr lang="en-US" sz="2400" dirty="0" err="1">
                <a:solidFill>
                  <a:srgbClr val="262626"/>
                </a:solidFill>
              </a:rPr>
              <a:t>mauvais</a:t>
            </a:r>
            <a:r>
              <a:rPr lang="en-US" sz="2400" dirty="0">
                <a:solidFill>
                  <a:srgbClr val="262626"/>
                </a:solidFill>
              </a:rPr>
              <a:t> pour </a:t>
            </a:r>
            <a:r>
              <a:rPr lang="en-US" sz="2400" dirty="0" err="1">
                <a:solidFill>
                  <a:srgbClr val="262626"/>
                </a:solidFill>
              </a:rPr>
              <a:t>être</a:t>
            </a:r>
            <a:r>
              <a:rPr lang="en-US" sz="2400" dirty="0">
                <a:solidFill>
                  <a:srgbClr val="262626"/>
                </a:solidFill>
              </a:rPr>
              <a:t> précis</a:t>
            </a:r>
          </a:p>
          <a:p>
            <a:pPr algn="ctr"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115000"/>
              <a:buFont typeface="Arial"/>
              <a:buChar char="•"/>
            </a:pPr>
            <a:endParaRPr lang="en-US" sz="2400" dirty="0">
              <a:solidFill>
                <a:srgbClr val="262626"/>
              </a:solidFill>
            </a:endParaRPr>
          </a:p>
        </p:txBody>
      </p:sp>
      <p:pic>
        <p:nvPicPr>
          <p:cNvPr id="7" name="Espace réservé du contenu 6">
            <a:extLst>
              <a:ext uri="{FF2B5EF4-FFF2-40B4-BE49-F238E27FC236}">
                <a16:creationId xmlns:a16="http://schemas.microsoft.com/office/drawing/2014/main" id="{145A95A7-C4F8-14D2-7ABE-2DB1D69C5A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tretch>
            <a:fillRect/>
          </a:stretch>
        </p:blipFill>
        <p:spPr>
          <a:xfrm>
            <a:off x="5418668" y="1131823"/>
            <a:ext cx="5469466" cy="4594351"/>
          </a:xfrm>
          <a:prstGeom prst="rect">
            <a:avLst/>
          </a:prstGeom>
          <a:ln w="57150" cmpd="thickThin">
            <a:solidFill>
              <a:srgbClr val="7F7F7F"/>
            </a:solidFill>
            <a:miter lim="800000"/>
          </a:ln>
        </p:spPr>
      </p:pic>
    </p:spTree>
    <p:extLst>
      <p:ext uri="{BB962C8B-B14F-4D97-AF65-F5344CB8AC3E}">
        <p14:creationId xmlns:p14="http://schemas.microsoft.com/office/powerpoint/2010/main" val="4205967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25F7BE-DAF8-F42C-7EC4-0B6922D5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262626"/>
                </a:solidFill>
              </a:rPr>
              <a:t>Resultats</a:t>
            </a:r>
            <a:endParaRPr lang="fr-FR">
              <a:solidFill>
                <a:srgbClr val="262626"/>
              </a:solidFill>
            </a:endParaRPr>
          </a:p>
        </p:txBody>
      </p:sp>
      <p:graphicFrame>
        <p:nvGraphicFramePr>
          <p:cNvPr id="4" name="Espace réservé du contenu 3">
            <a:extLst>
              <a:ext uri="{FF2B5EF4-FFF2-40B4-BE49-F238E27FC236}">
                <a16:creationId xmlns:a16="http://schemas.microsoft.com/office/drawing/2014/main" id="{F12B467D-EFDE-E0B1-2FD8-321998474D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76049621"/>
              </p:ext>
            </p:extLst>
          </p:nvPr>
        </p:nvGraphicFramePr>
        <p:xfrm>
          <a:off x="1295402" y="2536370"/>
          <a:ext cx="9764484" cy="3548745"/>
        </p:xfrm>
        <a:graphic>
          <a:graphicData uri="http://schemas.openxmlformats.org/drawingml/2006/table">
            <a:tbl>
              <a:tblPr firstRow="1" bandRow="1">
                <a:solidFill>
                  <a:srgbClr val="F2F2F2">
                    <a:alpha val="30196"/>
                  </a:srgbClr>
                </a:solidFill>
              </a:tblPr>
              <a:tblGrid>
                <a:gridCol w="2947310">
                  <a:extLst>
                    <a:ext uri="{9D8B030D-6E8A-4147-A177-3AD203B41FA5}">
                      <a16:colId xmlns:a16="http://schemas.microsoft.com/office/drawing/2014/main" val="2628023043"/>
                    </a:ext>
                  </a:extLst>
                </a:gridCol>
                <a:gridCol w="2182569">
                  <a:extLst>
                    <a:ext uri="{9D8B030D-6E8A-4147-A177-3AD203B41FA5}">
                      <a16:colId xmlns:a16="http://schemas.microsoft.com/office/drawing/2014/main" val="2785156330"/>
                    </a:ext>
                  </a:extLst>
                </a:gridCol>
                <a:gridCol w="1556650">
                  <a:extLst>
                    <a:ext uri="{9D8B030D-6E8A-4147-A177-3AD203B41FA5}">
                      <a16:colId xmlns:a16="http://schemas.microsoft.com/office/drawing/2014/main" val="3749799852"/>
                    </a:ext>
                  </a:extLst>
                </a:gridCol>
                <a:gridCol w="1333967">
                  <a:extLst>
                    <a:ext uri="{9D8B030D-6E8A-4147-A177-3AD203B41FA5}">
                      <a16:colId xmlns:a16="http://schemas.microsoft.com/office/drawing/2014/main" val="618837515"/>
                    </a:ext>
                  </a:extLst>
                </a:gridCol>
                <a:gridCol w="1743988">
                  <a:extLst>
                    <a:ext uri="{9D8B030D-6E8A-4147-A177-3AD203B41FA5}">
                      <a16:colId xmlns:a16="http://schemas.microsoft.com/office/drawing/2014/main" val="3962189450"/>
                    </a:ext>
                  </a:extLst>
                </a:gridCol>
              </a:tblGrid>
              <a:tr h="709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0" cap="none" spc="0">
                          <a:solidFill>
                            <a:schemeClr val="bg1"/>
                          </a:solidFill>
                        </a:rPr>
                        <a:t>Modèle</a:t>
                      </a:r>
                    </a:p>
                  </a:txBody>
                  <a:tcPr marL="157916" marR="173597" marT="121474" marB="121474" anchor="ctr">
                    <a:lnL w="19050" cap="flat" cmpd="sng" algn="ctr">
                      <a:noFill/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0" cap="none" spc="0">
                          <a:solidFill>
                            <a:schemeClr val="bg1"/>
                          </a:solidFill>
                        </a:rPr>
                        <a:t>PR-AUC</a:t>
                      </a:r>
                    </a:p>
                  </a:txBody>
                  <a:tcPr marL="157916" marR="173597" marT="121474" marB="12147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0" cap="none" spc="0">
                          <a:solidFill>
                            <a:schemeClr val="bg1"/>
                          </a:solidFill>
                        </a:rPr>
                        <a:t>FP</a:t>
                      </a:r>
                    </a:p>
                  </a:txBody>
                  <a:tcPr marL="157916" marR="173597" marT="121474" marB="12147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0" cap="none" spc="0">
                          <a:solidFill>
                            <a:schemeClr val="bg1"/>
                          </a:solidFill>
                        </a:rPr>
                        <a:t>FN</a:t>
                      </a:r>
                    </a:p>
                  </a:txBody>
                  <a:tcPr marL="157916" marR="173597" marT="121474" marB="12147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b="0" cap="none" spc="0">
                          <a:solidFill>
                            <a:schemeClr val="bg1"/>
                          </a:solidFill>
                        </a:rPr>
                        <a:t>Coût</a:t>
                      </a:r>
                    </a:p>
                  </a:txBody>
                  <a:tcPr marL="157916" marR="173597" marT="121474" marB="121474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noFill/>
                      <a:prstDash val="solid"/>
                    </a:lnT>
                    <a:lnB w="38100" cmpd="sng">
                      <a:noFill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484679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 err="1">
                          <a:solidFill>
                            <a:schemeClr val="tx1"/>
                          </a:solidFill>
                        </a:rPr>
                        <a:t>Logistic</a:t>
                      </a: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fr-FR" sz="1900" cap="none" spc="0" err="1">
                          <a:solidFill>
                            <a:schemeClr val="tx1"/>
                          </a:solidFill>
                        </a:rPr>
                        <a:t>Regression</a:t>
                      </a:r>
                      <a:endParaRPr lang="fr-FR" sz="1900" cap="none" spc="0">
                        <a:solidFill>
                          <a:schemeClr val="tx1"/>
                        </a:solidFill>
                      </a:endParaRPr>
                    </a:p>
                  </a:txBody>
                  <a:tcPr marL="157916" marR="173597" marT="121474" marB="12147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0.71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1386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8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2986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3725889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Random Forest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0.83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18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3615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637025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Autoencoder</a:t>
                      </a:r>
                    </a:p>
                  </a:txBody>
                  <a:tcPr marL="157916" marR="173597" marT="121474" marB="121474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0.47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2886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5486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solidFill>
                        <a:schemeClr val="tx1">
                          <a:lumMod val="75000"/>
                          <a:lumOff val="25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noFill/>
                      <a:prstDash val="solid"/>
                    </a:lnB>
                    <a:solidFill>
                      <a:srgbClr val="F2F2F2">
                        <a:alpha val="301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47243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Isolation Forest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0.12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100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>
                          <a:solidFill>
                            <a:schemeClr val="tx1"/>
                          </a:solidFill>
                        </a:rPr>
                        <a:t>72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635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900" cap="none" spc="0" dirty="0">
                          <a:solidFill>
                            <a:schemeClr val="tx1"/>
                          </a:solidFill>
                        </a:rPr>
                        <a:t>14500</a:t>
                      </a:r>
                    </a:p>
                  </a:txBody>
                  <a:tcPr marL="157916" marR="173597" marT="121474" marB="121474" anchor="ctr">
                    <a:lnL w="6350" cap="flat" cmpd="sng" algn="ctr">
                      <a:noFill/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6350" cap="flat" cmpd="sng" algn="ctr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2593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260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8292AA-92FD-AA8A-6AF2-EF30D41BB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</p:spPr>
        <p:txBody>
          <a:bodyPr>
            <a:normAutofit/>
          </a:bodyPr>
          <a:lstStyle/>
          <a:p>
            <a:r>
              <a:rPr lang="fr-FR" dirty="0">
                <a:solidFill>
                  <a:srgbClr val="262626"/>
                </a:solidFill>
              </a:rPr>
              <a:t>Analyse des résultats</a:t>
            </a:r>
          </a:p>
        </p:txBody>
      </p:sp>
      <p:graphicFrame>
        <p:nvGraphicFramePr>
          <p:cNvPr id="7" name="Rectangle 1">
            <a:extLst>
              <a:ext uri="{FF2B5EF4-FFF2-40B4-BE49-F238E27FC236}">
                <a16:creationId xmlns:a16="http://schemas.microsoft.com/office/drawing/2014/main" id="{47415F8E-B648-C989-FDD6-2D72C00309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96269929"/>
              </p:ext>
            </p:extLst>
          </p:nvPr>
        </p:nvGraphicFramePr>
        <p:xfrm>
          <a:off x="1295400" y="2772384"/>
          <a:ext cx="9601197" cy="287488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334929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8752</TotalTime>
  <Words>226</Words>
  <Application>Microsoft Office PowerPoint</Application>
  <PresentationFormat>Grand écran</PresentationFormat>
  <Paragraphs>84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Arial</vt:lpstr>
      <vt:lpstr>Garamond</vt:lpstr>
      <vt:lpstr>Wingdings</vt:lpstr>
      <vt:lpstr>Organique</vt:lpstr>
      <vt:lpstr>Détection de fraude en temps réel</vt:lpstr>
      <vt:lpstr>Contexte</vt:lpstr>
      <vt:lpstr>Dataset</vt:lpstr>
      <vt:lpstr>Modèles utilisés</vt:lpstr>
      <vt:lpstr>Métriques</vt:lpstr>
      <vt:lpstr>Analyse des erreurs</vt:lpstr>
      <vt:lpstr>Matrice de confusion</vt:lpstr>
      <vt:lpstr>Resultats</vt:lpstr>
      <vt:lpstr>Analyse des résultats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Toni AWAD</dc:creator>
  <cp:lastModifiedBy>Toni AWAD</cp:lastModifiedBy>
  <cp:revision>1</cp:revision>
  <dcterms:created xsi:type="dcterms:W3CDTF">2026-03-23T18:28:42Z</dcterms:created>
  <dcterms:modified xsi:type="dcterms:W3CDTF">2026-03-29T20:20:53Z</dcterms:modified>
</cp:coreProperties>
</file>